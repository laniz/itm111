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Merriweather" panose="00000500000000000000" pitchFamily="2" charset="0"/>
      <p:regular r:id="rId9"/>
      <p:bold r:id="rId10"/>
      <p:italic r:id="rId11"/>
      <p:boldItalic r:id="rId12"/>
    </p:embeddedFont>
    <p:embeddedFont>
      <p:font typeface="Merriweather Black" panose="00000A00000000000000" pitchFamily="2" charset="0"/>
      <p:bold r:id="rId13"/>
      <p:boldItalic r:id="rId14"/>
    </p:embeddedFont>
    <p:embeddedFont>
      <p:font typeface="Merriweather Light" panose="00000400000000000000" pitchFamily="2" charset="0"/>
      <p:regular r:id="rId15"/>
      <p:bold r:id="rId16"/>
      <p:italic r:id="rId17"/>
      <p:boldItalic r:id="rId18"/>
    </p:embeddedFont>
    <p:embeddedFont>
      <p:font typeface="Open Sans" panose="020B0606030504020204" pitchFamily="34" charset="0"/>
      <p:regular r:id="rId19"/>
      <p:bold r:id="rId20"/>
      <p:italic r:id="rId21"/>
      <p:boldItalic r:id="rId22"/>
    </p:embeddedFont>
    <p:embeddedFont>
      <p:font typeface="Open Sans Light" panose="020B0306030504020204" pitchFamily="34" charset="0"/>
      <p:regular r:id="rId23"/>
      <p:bold r:id="rId24"/>
      <p:italic r:id="rId25"/>
      <p:boldItalic r:id="rId26"/>
    </p:embeddedFont>
    <p:embeddedFont>
      <p:font typeface="Open Sans SemiBold" panose="020B0706030804020204" pitchFamily="34"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8" d="100"/>
          <a:sy n="88" d="100"/>
        </p:scale>
        <p:origin x="907" y="6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font" Target="fonts/font18.fntdata"/><Relationship Id="rId21" Type="http://schemas.openxmlformats.org/officeDocument/2006/relationships/font" Target="fonts/font13.fntdata"/><Relationship Id="rId34" Type="http://schemas.openxmlformats.org/officeDocument/2006/relationships/font" Target="fonts/font26.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font" Target="fonts/font17.fntdata"/><Relationship Id="rId33" Type="http://schemas.openxmlformats.org/officeDocument/2006/relationships/font" Target="fonts/font2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29"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font" Target="fonts/font16.fntdata"/><Relationship Id="rId32" Type="http://schemas.openxmlformats.org/officeDocument/2006/relationships/font" Target="fonts/font2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28" Type="http://schemas.openxmlformats.org/officeDocument/2006/relationships/font" Target="fonts/font20.fntdata"/><Relationship Id="rId36" Type="http://schemas.openxmlformats.org/officeDocument/2006/relationships/viewProps" Target="viewProps.xml"/><Relationship Id="rId10" Type="http://schemas.openxmlformats.org/officeDocument/2006/relationships/font" Target="fonts/font2.fntdata"/><Relationship Id="rId19" Type="http://schemas.openxmlformats.org/officeDocument/2006/relationships/font" Target="fonts/font11.fntdata"/><Relationship Id="rId31" Type="http://schemas.openxmlformats.org/officeDocument/2006/relationships/font" Target="fonts/font23.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font" Target="fonts/font19.fntdata"/><Relationship Id="rId30" Type="http://schemas.openxmlformats.org/officeDocument/2006/relationships/font" Target="fonts/font22.fntdata"/><Relationship Id="rId35" Type="http://schemas.openxmlformats.org/officeDocument/2006/relationships/presProps" Target="presProps.xml"/><Relationship Id="rId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2c99a94115_0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2c99a9411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2c99a94115_0_4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2c99a94115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2f932071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22f9320714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2f9320714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2f9320714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22f9320714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22f93207140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16425" y="476100"/>
            <a:ext cx="4572000" cy="4575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3000"/>
              <a:buNone/>
              <a:defRPr>
                <a:solidFill>
                  <a:srgbClr val="FFFFFF"/>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916425" y="933600"/>
            <a:ext cx="4572000" cy="320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rgbClr val="FFFFFF"/>
              </a:buClr>
              <a:buSzPts val="2000"/>
              <a:buNone/>
              <a:defRPr sz="2000" b="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ubTitle" idx="2"/>
          </p:nvPr>
        </p:nvSpPr>
        <p:spPr>
          <a:xfrm>
            <a:off x="916425" y="1253700"/>
            <a:ext cx="4572000" cy="228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1800"/>
              <a:buFont typeface="Open Sans Light"/>
              <a:buNone/>
              <a:defRPr b="0">
                <a:solidFill>
                  <a:srgbClr val="FFFFFF"/>
                </a:solidFill>
                <a:latin typeface="Open Sans Light"/>
                <a:ea typeface="Open Sans Light"/>
                <a:cs typeface="Open Sans Light"/>
                <a:sym typeface="Open Sans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_1">
    <p:bg>
      <p:bgPr>
        <a:solidFill>
          <a:schemeClr val="dk1"/>
        </a:solidFill>
        <a:effectLst/>
      </p:bgPr>
    </p:bg>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mt="96000"/>
          </a:blip>
          <a:stretch>
            <a:fillRect/>
          </a:stretch>
        </p:blipFill>
        <p:spPr>
          <a:xfrm>
            <a:off x="433475" y="0"/>
            <a:ext cx="9144010" cy="5143500"/>
          </a:xfrm>
          <a:prstGeom prst="rect">
            <a:avLst/>
          </a:prstGeom>
          <a:noFill/>
          <a:ln>
            <a:noFill/>
          </a:ln>
        </p:spPr>
      </p:pic>
      <p:cxnSp>
        <p:nvCxnSpPr>
          <p:cNvPr id="15" name="Google Shape;15;p3"/>
          <p:cNvCxnSpPr/>
          <p:nvPr/>
        </p:nvCxnSpPr>
        <p:spPr>
          <a:xfrm>
            <a:off x="433475" y="4350"/>
            <a:ext cx="0" cy="5134800"/>
          </a:xfrm>
          <a:prstGeom prst="straightConnector1">
            <a:avLst/>
          </a:prstGeom>
          <a:noFill/>
          <a:ln w="38100" cap="flat" cmpd="sng">
            <a:solidFill>
              <a:schemeClr val="lt1"/>
            </a:solidFill>
            <a:prstDash val="solid"/>
            <a:round/>
            <a:headEnd type="none" w="med" len="med"/>
            <a:tailEnd type="none" w="med" len="med"/>
          </a:ln>
        </p:spPr>
      </p:cxnSp>
      <p:cxnSp>
        <p:nvCxnSpPr>
          <p:cNvPr id="16" name="Google Shape;16;p3"/>
          <p:cNvCxnSpPr/>
          <p:nvPr/>
        </p:nvCxnSpPr>
        <p:spPr>
          <a:xfrm>
            <a:off x="64650" y="2556453"/>
            <a:ext cx="0" cy="2592300"/>
          </a:xfrm>
          <a:prstGeom prst="straightConnector1">
            <a:avLst/>
          </a:prstGeom>
          <a:noFill/>
          <a:ln w="38100" cap="flat" cmpd="sng">
            <a:solidFill>
              <a:schemeClr val="dk2"/>
            </a:solidFill>
            <a:prstDash val="solid"/>
            <a:round/>
            <a:headEnd type="none" w="med" len="med"/>
            <a:tailEnd type="none" w="med" len="med"/>
          </a:ln>
        </p:spPr>
      </p:cxnSp>
      <p:cxnSp>
        <p:nvCxnSpPr>
          <p:cNvPr id="17" name="Google Shape;17;p3"/>
          <p:cNvCxnSpPr/>
          <p:nvPr/>
        </p:nvCxnSpPr>
        <p:spPr>
          <a:xfrm>
            <a:off x="186575" y="1601499"/>
            <a:ext cx="0" cy="3547200"/>
          </a:xfrm>
          <a:prstGeom prst="straightConnector1">
            <a:avLst/>
          </a:prstGeom>
          <a:noFill/>
          <a:ln w="38100" cap="flat" cmpd="sng">
            <a:solidFill>
              <a:schemeClr val="dk2"/>
            </a:solidFill>
            <a:prstDash val="solid"/>
            <a:round/>
            <a:headEnd type="none" w="med" len="med"/>
            <a:tailEnd type="none" w="med" len="med"/>
          </a:ln>
        </p:spPr>
      </p:cxnSp>
      <p:cxnSp>
        <p:nvCxnSpPr>
          <p:cNvPr id="18" name="Google Shape;18;p3"/>
          <p:cNvCxnSpPr/>
          <p:nvPr/>
        </p:nvCxnSpPr>
        <p:spPr>
          <a:xfrm>
            <a:off x="315375" y="678949"/>
            <a:ext cx="0" cy="4463700"/>
          </a:xfrm>
          <a:prstGeom prst="straightConnector1">
            <a:avLst/>
          </a:prstGeom>
          <a:noFill/>
          <a:ln w="38100" cap="flat" cmpd="sng">
            <a:solidFill>
              <a:schemeClr val="dk2"/>
            </a:solidFill>
            <a:prstDash val="solid"/>
            <a:round/>
            <a:headEnd type="none" w="med" len="med"/>
            <a:tailEnd type="none" w="med" len="med"/>
          </a:ln>
        </p:spPr>
      </p:cxnSp>
      <p:pic>
        <p:nvPicPr>
          <p:cNvPr id="19" name="Google Shape;19;p3"/>
          <p:cNvPicPr preferRelativeResize="0"/>
          <p:nvPr/>
        </p:nvPicPr>
        <p:blipFill>
          <a:blip r:embed="rId3">
            <a:alphaModFix/>
          </a:blip>
          <a:stretch>
            <a:fillRect/>
          </a:stretch>
        </p:blipFill>
        <p:spPr>
          <a:xfrm>
            <a:off x="0" y="4284950"/>
            <a:ext cx="858550" cy="858550"/>
          </a:xfrm>
          <a:prstGeom prst="rect">
            <a:avLst/>
          </a:prstGeom>
          <a:noFill/>
          <a:ln>
            <a:noFill/>
          </a:ln>
        </p:spPr>
      </p:pic>
      <p:sp>
        <p:nvSpPr>
          <p:cNvPr id="20" name="Google Shape;20;p3"/>
          <p:cNvSpPr txBox="1">
            <a:spLocks noGrp="1"/>
          </p:cNvSpPr>
          <p:nvPr>
            <p:ph type="title"/>
          </p:nvPr>
        </p:nvSpPr>
        <p:spPr>
          <a:xfrm>
            <a:off x="858550" y="157725"/>
            <a:ext cx="4039500" cy="9600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000"/>
              <a:buFont typeface="Calibri"/>
              <a:buNone/>
              <a:defRPr>
                <a:solidFill>
                  <a:schemeClr val="lt1"/>
                </a:solidFill>
                <a:latin typeface="Calibri"/>
                <a:ea typeface="Calibri"/>
                <a:cs typeface="Calibri"/>
                <a:sym typeface="Calibri"/>
              </a:defRPr>
            </a:lvl1pPr>
            <a:lvl2pPr lvl="1">
              <a:spcBef>
                <a:spcPts val="0"/>
              </a:spcBef>
              <a:spcAft>
                <a:spcPts val="0"/>
              </a:spcAft>
              <a:buClr>
                <a:schemeClr val="lt1"/>
              </a:buClr>
              <a:buSzPts val="2800"/>
              <a:buNone/>
              <a:defRPr>
                <a:solidFill>
                  <a:schemeClr val="lt1"/>
                </a:solidFill>
                <a:latin typeface="Open Sans"/>
                <a:ea typeface="Open Sans"/>
                <a:cs typeface="Open Sans"/>
                <a:sym typeface="Open Sans"/>
              </a:defRPr>
            </a:lvl2pPr>
            <a:lvl3pPr lvl="2">
              <a:spcBef>
                <a:spcPts val="0"/>
              </a:spcBef>
              <a:spcAft>
                <a:spcPts val="0"/>
              </a:spcAft>
              <a:buClr>
                <a:schemeClr val="lt1"/>
              </a:buClr>
              <a:buSzPts val="2800"/>
              <a:buNone/>
              <a:defRPr>
                <a:solidFill>
                  <a:schemeClr val="lt1"/>
                </a:solidFill>
                <a:latin typeface="Open Sans"/>
                <a:ea typeface="Open Sans"/>
                <a:cs typeface="Open Sans"/>
                <a:sym typeface="Open Sans"/>
              </a:defRPr>
            </a:lvl3pPr>
            <a:lvl4pPr lvl="3">
              <a:spcBef>
                <a:spcPts val="0"/>
              </a:spcBef>
              <a:spcAft>
                <a:spcPts val="0"/>
              </a:spcAft>
              <a:buClr>
                <a:schemeClr val="lt1"/>
              </a:buClr>
              <a:buSzPts val="2800"/>
              <a:buNone/>
              <a:defRPr>
                <a:solidFill>
                  <a:schemeClr val="lt1"/>
                </a:solidFill>
                <a:latin typeface="Open Sans"/>
                <a:ea typeface="Open Sans"/>
                <a:cs typeface="Open Sans"/>
                <a:sym typeface="Open Sans"/>
              </a:defRPr>
            </a:lvl4pPr>
            <a:lvl5pPr lvl="4">
              <a:spcBef>
                <a:spcPts val="0"/>
              </a:spcBef>
              <a:spcAft>
                <a:spcPts val="0"/>
              </a:spcAft>
              <a:buClr>
                <a:schemeClr val="lt1"/>
              </a:buClr>
              <a:buSzPts val="2800"/>
              <a:buNone/>
              <a:defRPr>
                <a:solidFill>
                  <a:schemeClr val="lt1"/>
                </a:solidFill>
                <a:latin typeface="Open Sans"/>
                <a:ea typeface="Open Sans"/>
                <a:cs typeface="Open Sans"/>
                <a:sym typeface="Open Sans"/>
              </a:defRPr>
            </a:lvl5pPr>
            <a:lvl6pPr lvl="5">
              <a:spcBef>
                <a:spcPts val="0"/>
              </a:spcBef>
              <a:spcAft>
                <a:spcPts val="0"/>
              </a:spcAft>
              <a:buClr>
                <a:schemeClr val="lt1"/>
              </a:buClr>
              <a:buSzPts val="2800"/>
              <a:buNone/>
              <a:defRPr>
                <a:solidFill>
                  <a:schemeClr val="lt1"/>
                </a:solidFill>
                <a:latin typeface="Open Sans"/>
                <a:ea typeface="Open Sans"/>
                <a:cs typeface="Open Sans"/>
                <a:sym typeface="Open Sans"/>
              </a:defRPr>
            </a:lvl6pPr>
            <a:lvl7pPr lvl="6">
              <a:spcBef>
                <a:spcPts val="0"/>
              </a:spcBef>
              <a:spcAft>
                <a:spcPts val="0"/>
              </a:spcAft>
              <a:buClr>
                <a:schemeClr val="lt1"/>
              </a:buClr>
              <a:buSzPts val="2800"/>
              <a:buNone/>
              <a:defRPr>
                <a:solidFill>
                  <a:schemeClr val="lt1"/>
                </a:solidFill>
                <a:latin typeface="Open Sans"/>
                <a:ea typeface="Open Sans"/>
                <a:cs typeface="Open Sans"/>
                <a:sym typeface="Open Sans"/>
              </a:defRPr>
            </a:lvl7pPr>
            <a:lvl8pPr lvl="7">
              <a:spcBef>
                <a:spcPts val="0"/>
              </a:spcBef>
              <a:spcAft>
                <a:spcPts val="0"/>
              </a:spcAft>
              <a:buClr>
                <a:schemeClr val="lt1"/>
              </a:buClr>
              <a:buSzPts val="2800"/>
              <a:buNone/>
              <a:defRPr>
                <a:solidFill>
                  <a:schemeClr val="lt1"/>
                </a:solidFill>
                <a:latin typeface="Open Sans"/>
                <a:ea typeface="Open Sans"/>
                <a:cs typeface="Open Sans"/>
                <a:sym typeface="Open Sans"/>
              </a:defRPr>
            </a:lvl8pPr>
            <a:lvl9pPr lvl="8">
              <a:spcBef>
                <a:spcPts val="0"/>
              </a:spcBef>
              <a:spcAft>
                <a:spcPts val="0"/>
              </a:spcAft>
              <a:buClr>
                <a:schemeClr val="lt1"/>
              </a:buClr>
              <a:buSzPts val="2800"/>
              <a:buNone/>
              <a:defRPr>
                <a:solidFill>
                  <a:schemeClr val="lt1"/>
                </a:solidFill>
                <a:latin typeface="Open Sans"/>
                <a:ea typeface="Open Sans"/>
                <a:cs typeface="Open Sans"/>
                <a:sym typeface="Open Sans"/>
              </a:defRPr>
            </a:lvl9pPr>
          </a:lstStyle>
          <a:p>
            <a:endParaRPr/>
          </a:p>
        </p:txBody>
      </p:sp>
      <p:sp>
        <p:nvSpPr>
          <p:cNvPr id="21" name="Google Shape;21;p3"/>
          <p:cNvSpPr txBox="1">
            <a:spLocks noGrp="1"/>
          </p:cNvSpPr>
          <p:nvPr>
            <p:ph type="subTitle" idx="1"/>
          </p:nvPr>
        </p:nvSpPr>
        <p:spPr>
          <a:xfrm>
            <a:off x="922450" y="1199688"/>
            <a:ext cx="3566100" cy="397800"/>
          </a:xfrm>
          <a:prstGeom prst="rect">
            <a:avLst/>
          </a:prstGeom>
        </p:spPr>
        <p:txBody>
          <a:bodyPr spcFirstLastPara="1" wrap="square" lIns="91425" tIns="91425" rIns="91425" bIns="91425" anchor="t" anchorCtr="0">
            <a:noAutofit/>
          </a:bodyPr>
          <a:lstStyle>
            <a:lvl1pPr lvl="0">
              <a:spcBef>
                <a:spcPts val="0"/>
              </a:spcBef>
              <a:spcAft>
                <a:spcPts val="0"/>
              </a:spcAft>
              <a:buSzPts val="1800"/>
              <a:buFont typeface="Calibri"/>
              <a:buNone/>
              <a:defRPr i="1">
                <a:latin typeface="Calibri"/>
                <a:ea typeface="Calibri"/>
                <a:cs typeface="Calibri"/>
                <a:sym typeface="Calibri"/>
              </a:defRPr>
            </a:lvl1pPr>
            <a:lvl2pPr lvl="1">
              <a:spcBef>
                <a:spcPts val="1600"/>
              </a:spcBef>
              <a:spcAft>
                <a:spcPts val="0"/>
              </a:spcAft>
              <a:buClr>
                <a:schemeClr val="lt1"/>
              </a:buClr>
              <a:buSzPts val="1400"/>
              <a:buNone/>
              <a:defRPr>
                <a:solidFill>
                  <a:schemeClr val="lt1"/>
                </a:solidFill>
              </a:defRPr>
            </a:lvl2pPr>
            <a:lvl3pPr lvl="2">
              <a:spcBef>
                <a:spcPts val="1600"/>
              </a:spcBef>
              <a:spcAft>
                <a:spcPts val="0"/>
              </a:spcAft>
              <a:buClr>
                <a:schemeClr val="lt1"/>
              </a:buClr>
              <a:buSzPts val="1400"/>
              <a:buNone/>
              <a:defRPr>
                <a:solidFill>
                  <a:schemeClr val="lt1"/>
                </a:solidFill>
              </a:defRPr>
            </a:lvl3pPr>
            <a:lvl4pPr lvl="3">
              <a:spcBef>
                <a:spcPts val="1600"/>
              </a:spcBef>
              <a:spcAft>
                <a:spcPts val="0"/>
              </a:spcAft>
              <a:buClr>
                <a:schemeClr val="lt1"/>
              </a:buClr>
              <a:buSzPts val="1400"/>
              <a:buNone/>
              <a:defRPr>
                <a:solidFill>
                  <a:schemeClr val="lt1"/>
                </a:solidFill>
              </a:defRPr>
            </a:lvl4pPr>
            <a:lvl5pPr lvl="4">
              <a:spcBef>
                <a:spcPts val="1600"/>
              </a:spcBef>
              <a:spcAft>
                <a:spcPts val="0"/>
              </a:spcAft>
              <a:buClr>
                <a:schemeClr val="lt1"/>
              </a:buClr>
              <a:buSzPts val="1400"/>
              <a:buNone/>
              <a:defRPr>
                <a:solidFill>
                  <a:schemeClr val="lt1"/>
                </a:solidFill>
              </a:defRPr>
            </a:lvl5pPr>
            <a:lvl6pPr lvl="5">
              <a:spcBef>
                <a:spcPts val="1600"/>
              </a:spcBef>
              <a:spcAft>
                <a:spcPts val="0"/>
              </a:spcAft>
              <a:buClr>
                <a:schemeClr val="lt1"/>
              </a:buClr>
              <a:buSzPts val="1400"/>
              <a:buNone/>
              <a:defRPr>
                <a:solidFill>
                  <a:schemeClr val="lt1"/>
                </a:solidFill>
              </a:defRPr>
            </a:lvl6pPr>
            <a:lvl7pPr lvl="6">
              <a:spcBef>
                <a:spcPts val="1600"/>
              </a:spcBef>
              <a:spcAft>
                <a:spcPts val="0"/>
              </a:spcAft>
              <a:buClr>
                <a:schemeClr val="lt1"/>
              </a:buClr>
              <a:buSzPts val="1400"/>
              <a:buNone/>
              <a:defRPr>
                <a:solidFill>
                  <a:schemeClr val="lt1"/>
                </a:solidFill>
              </a:defRPr>
            </a:lvl7pPr>
            <a:lvl8pPr lvl="7">
              <a:spcBef>
                <a:spcPts val="1600"/>
              </a:spcBef>
              <a:spcAft>
                <a:spcPts val="0"/>
              </a:spcAft>
              <a:buClr>
                <a:schemeClr val="lt1"/>
              </a:buClr>
              <a:buSzPts val="1400"/>
              <a:buNone/>
              <a:defRPr>
                <a:solidFill>
                  <a:schemeClr val="lt1"/>
                </a:solidFill>
              </a:defRPr>
            </a:lvl8pPr>
            <a:lvl9pPr lvl="8">
              <a:spcBef>
                <a:spcPts val="1600"/>
              </a:spcBef>
              <a:spcAft>
                <a:spcPts val="1600"/>
              </a:spcAft>
              <a:buClr>
                <a:schemeClr val="lt1"/>
              </a:buClr>
              <a:buSzPts val="1400"/>
              <a:buNone/>
              <a:defRPr>
                <a:solidFill>
                  <a:schemeClr val="lt1"/>
                </a:solidFill>
              </a:defRPr>
            </a:lvl9pPr>
          </a:lstStyle>
          <a:p>
            <a:endParaRPr/>
          </a:p>
        </p:txBody>
      </p:sp>
      <p:sp>
        <p:nvSpPr>
          <p:cNvPr id="22" name="Google Shape;22;p3"/>
          <p:cNvSpPr txBox="1">
            <a:spLocks noGrp="1"/>
          </p:cNvSpPr>
          <p:nvPr>
            <p:ph type="subTitle" idx="2"/>
          </p:nvPr>
        </p:nvSpPr>
        <p:spPr>
          <a:xfrm>
            <a:off x="922450" y="1679450"/>
            <a:ext cx="4094100" cy="445800"/>
          </a:xfrm>
          <a:prstGeom prst="rect">
            <a:avLst/>
          </a:prstGeom>
        </p:spPr>
        <p:txBody>
          <a:bodyPr spcFirstLastPara="1" wrap="square" lIns="91425" tIns="91425" rIns="91425" bIns="91425" anchor="t" anchorCtr="0">
            <a:noAutofit/>
          </a:bodyPr>
          <a:lstStyle>
            <a:lvl1pPr lvl="0">
              <a:spcBef>
                <a:spcPts val="0"/>
              </a:spcBef>
              <a:spcAft>
                <a:spcPts val="0"/>
              </a:spcAft>
              <a:buSzPts val="1300"/>
              <a:buFont typeface="Calibri"/>
              <a:buNone/>
              <a:defRPr sz="1300">
                <a:latin typeface="Calibri"/>
                <a:ea typeface="Calibri"/>
                <a:cs typeface="Calibri"/>
                <a:sym typeface="Calibri"/>
              </a:defRPr>
            </a:lvl1pPr>
            <a:lvl2pPr lvl="1">
              <a:spcBef>
                <a:spcPts val="1600"/>
              </a:spcBef>
              <a:spcAft>
                <a:spcPts val="0"/>
              </a:spcAft>
              <a:buClr>
                <a:schemeClr val="lt1"/>
              </a:buClr>
              <a:buSzPts val="1400"/>
              <a:buNone/>
              <a:defRPr>
                <a:solidFill>
                  <a:schemeClr val="lt1"/>
                </a:solidFill>
              </a:defRPr>
            </a:lvl2pPr>
            <a:lvl3pPr lvl="2">
              <a:spcBef>
                <a:spcPts val="1600"/>
              </a:spcBef>
              <a:spcAft>
                <a:spcPts val="0"/>
              </a:spcAft>
              <a:buClr>
                <a:schemeClr val="lt1"/>
              </a:buClr>
              <a:buSzPts val="1400"/>
              <a:buNone/>
              <a:defRPr>
                <a:solidFill>
                  <a:schemeClr val="lt1"/>
                </a:solidFill>
              </a:defRPr>
            </a:lvl3pPr>
            <a:lvl4pPr lvl="3">
              <a:spcBef>
                <a:spcPts val="1600"/>
              </a:spcBef>
              <a:spcAft>
                <a:spcPts val="0"/>
              </a:spcAft>
              <a:buClr>
                <a:schemeClr val="lt1"/>
              </a:buClr>
              <a:buSzPts val="1400"/>
              <a:buNone/>
              <a:defRPr>
                <a:solidFill>
                  <a:schemeClr val="lt1"/>
                </a:solidFill>
              </a:defRPr>
            </a:lvl4pPr>
            <a:lvl5pPr lvl="4">
              <a:spcBef>
                <a:spcPts val="1600"/>
              </a:spcBef>
              <a:spcAft>
                <a:spcPts val="0"/>
              </a:spcAft>
              <a:buClr>
                <a:schemeClr val="lt1"/>
              </a:buClr>
              <a:buSzPts val="1400"/>
              <a:buNone/>
              <a:defRPr>
                <a:solidFill>
                  <a:schemeClr val="lt1"/>
                </a:solidFill>
              </a:defRPr>
            </a:lvl5pPr>
            <a:lvl6pPr lvl="5">
              <a:spcBef>
                <a:spcPts val="1600"/>
              </a:spcBef>
              <a:spcAft>
                <a:spcPts val="0"/>
              </a:spcAft>
              <a:buClr>
                <a:schemeClr val="lt1"/>
              </a:buClr>
              <a:buSzPts val="1400"/>
              <a:buNone/>
              <a:defRPr>
                <a:solidFill>
                  <a:schemeClr val="lt1"/>
                </a:solidFill>
              </a:defRPr>
            </a:lvl6pPr>
            <a:lvl7pPr lvl="6">
              <a:spcBef>
                <a:spcPts val="1600"/>
              </a:spcBef>
              <a:spcAft>
                <a:spcPts val="0"/>
              </a:spcAft>
              <a:buClr>
                <a:schemeClr val="lt1"/>
              </a:buClr>
              <a:buSzPts val="1400"/>
              <a:buNone/>
              <a:defRPr>
                <a:solidFill>
                  <a:schemeClr val="lt1"/>
                </a:solidFill>
              </a:defRPr>
            </a:lvl7pPr>
            <a:lvl8pPr lvl="7">
              <a:spcBef>
                <a:spcPts val="1600"/>
              </a:spcBef>
              <a:spcAft>
                <a:spcPts val="0"/>
              </a:spcAft>
              <a:buClr>
                <a:schemeClr val="lt1"/>
              </a:buClr>
              <a:buSzPts val="1400"/>
              <a:buNone/>
              <a:defRPr>
                <a:solidFill>
                  <a:schemeClr val="lt1"/>
                </a:solidFill>
              </a:defRPr>
            </a:lvl8pPr>
            <a:lvl9pPr lvl="8">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2">
  <p:cSld name="TITLE_1_1">
    <p:bg>
      <p:bgPr>
        <a:solidFill>
          <a:schemeClr val="dk1"/>
        </a:solidFill>
        <a:effectLst/>
      </p:bgPr>
    </p:bg>
    <p:spTree>
      <p:nvGrpSpPr>
        <p:cNvPr id="1" name="Shape 23"/>
        <p:cNvGrpSpPr/>
        <p:nvPr/>
      </p:nvGrpSpPr>
      <p:grpSpPr>
        <a:xfrm>
          <a:off x="0" y="0"/>
          <a:ext cx="0" cy="0"/>
          <a:chOff x="0" y="0"/>
          <a:chExt cx="0" cy="0"/>
        </a:xfrm>
      </p:grpSpPr>
      <p:pic>
        <p:nvPicPr>
          <p:cNvPr id="24" name="Google Shape;24;p4"/>
          <p:cNvPicPr preferRelativeResize="0"/>
          <p:nvPr/>
        </p:nvPicPr>
        <p:blipFill>
          <a:blip r:embed="rId2">
            <a:alphaModFix/>
          </a:blip>
          <a:stretch>
            <a:fillRect/>
          </a:stretch>
        </p:blipFill>
        <p:spPr>
          <a:xfrm>
            <a:off x="433475" y="0"/>
            <a:ext cx="8831678" cy="5143500"/>
          </a:xfrm>
          <a:prstGeom prst="rect">
            <a:avLst/>
          </a:prstGeom>
          <a:noFill/>
          <a:ln>
            <a:noFill/>
          </a:ln>
        </p:spPr>
      </p:pic>
      <p:cxnSp>
        <p:nvCxnSpPr>
          <p:cNvPr id="25" name="Google Shape;25;p4"/>
          <p:cNvCxnSpPr/>
          <p:nvPr/>
        </p:nvCxnSpPr>
        <p:spPr>
          <a:xfrm>
            <a:off x="433475" y="4350"/>
            <a:ext cx="0" cy="5134800"/>
          </a:xfrm>
          <a:prstGeom prst="straightConnector1">
            <a:avLst/>
          </a:prstGeom>
          <a:noFill/>
          <a:ln w="38100" cap="flat" cmpd="sng">
            <a:solidFill>
              <a:schemeClr val="lt1"/>
            </a:solidFill>
            <a:prstDash val="solid"/>
            <a:round/>
            <a:headEnd type="none" w="med" len="med"/>
            <a:tailEnd type="none" w="med" len="med"/>
          </a:ln>
        </p:spPr>
      </p:cxnSp>
      <p:cxnSp>
        <p:nvCxnSpPr>
          <p:cNvPr id="26" name="Google Shape;26;p4"/>
          <p:cNvCxnSpPr/>
          <p:nvPr/>
        </p:nvCxnSpPr>
        <p:spPr>
          <a:xfrm>
            <a:off x="64650" y="2556453"/>
            <a:ext cx="0" cy="2592300"/>
          </a:xfrm>
          <a:prstGeom prst="straightConnector1">
            <a:avLst/>
          </a:prstGeom>
          <a:noFill/>
          <a:ln w="38100" cap="flat" cmpd="sng">
            <a:solidFill>
              <a:schemeClr val="dk2"/>
            </a:solidFill>
            <a:prstDash val="solid"/>
            <a:round/>
            <a:headEnd type="none" w="med" len="med"/>
            <a:tailEnd type="none" w="med" len="med"/>
          </a:ln>
        </p:spPr>
      </p:cxnSp>
      <p:cxnSp>
        <p:nvCxnSpPr>
          <p:cNvPr id="27" name="Google Shape;27;p4"/>
          <p:cNvCxnSpPr/>
          <p:nvPr/>
        </p:nvCxnSpPr>
        <p:spPr>
          <a:xfrm>
            <a:off x="186575" y="1601499"/>
            <a:ext cx="0" cy="3547200"/>
          </a:xfrm>
          <a:prstGeom prst="straightConnector1">
            <a:avLst/>
          </a:prstGeom>
          <a:noFill/>
          <a:ln w="38100" cap="flat" cmpd="sng">
            <a:solidFill>
              <a:schemeClr val="dk2"/>
            </a:solidFill>
            <a:prstDash val="solid"/>
            <a:round/>
            <a:headEnd type="none" w="med" len="med"/>
            <a:tailEnd type="none" w="med" len="med"/>
          </a:ln>
        </p:spPr>
      </p:cxnSp>
      <p:cxnSp>
        <p:nvCxnSpPr>
          <p:cNvPr id="28" name="Google Shape;28;p4"/>
          <p:cNvCxnSpPr/>
          <p:nvPr/>
        </p:nvCxnSpPr>
        <p:spPr>
          <a:xfrm>
            <a:off x="315375" y="678949"/>
            <a:ext cx="0" cy="4463700"/>
          </a:xfrm>
          <a:prstGeom prst="straightConnector1">
            <a:avLst/>
          </a:prstGeom>
          <a:noFill/>
          <a:ln w="38100" cap="flat" cmpd="sng">
            <a:solidFill>
              <a:schemeClr val="dk2"/>
            </a:solidFill>
            <a:prstDash val="solid"/>
            <a:round/>
            <a:headEnd type="none" w="med" len="med"/>
            <a:tailEnd type="none" w="med" len="med"/>
          </a:ln>
        </p:spPr>
      </p:cxnSp>
      <p:pic>
        <p:nvPicPr>
          <p:cNvPr id="29" name="Google Shape;29;p4"/>
          <p:cNvPicPr preferRelativeResize="0"/>
          <p:nvPr/>
        </p:nvPicPr>
        <p:blipFill>
          <a:blip r:embed="rId3">
            <a:alphaModFix/>
          </a:blip>
          <a:stretch>
            <a:fillRect/>
          </a:stretch>
        </p:blipFill>
        <p:spPr>
          <a:xfrm>
            <a:off x="0" y="4284950"/>
            <a:ext cx="858550" cy="858550"/>
          </a:xfrm>
          <a:prstGeom prst="rect">
            <a:avLst/>
          </a:prstGeom>
          <a:noFill/>
          <a:ln>
            <a:noFill/>
          </a:ln>
        </p:spPr>
      </p:pic>
      <p:sp>
        <p:nvSpPr>
          <p:cNvPr id="30" name="Google Shape;30;p4"/>
          <p:cNvSpPr txBox="1">
            <a:spLocks noGrp="1"/>
          </p:cNvSpPr>
          <p:nvPr>
            <p:ph type="title"/>
          </p:nvPr>
        </p:nvSpPr>
        <p:spPr>
          <a:xfrm>
            <a:off x="858550" y="157725"/>
            <a:ext cx="4039500" cy="960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000"/>
              <a:buFont typeface="Calibri"/>
              <a:buNone/>
              <a:defRPr>
                <a:solidFill>
                  <a:schemeClr val="lt1"/>
                </a:solidFill>
                <a:latin typeface="Calibri"/>
                <a:ea typeface="Calibri"/>
                <a:cs typeface="Calibri"/>
                <a:sym typeface="Calibri"/>
              </a:defRPr>
            </a:lvl1pPr>
            <a:lvl2pPr lvl="1" rtl="0">
              <a:spcBef>
                <a:spcPts val="0"/>
              </a:spcBef>
              <a:spcAft>
                <a:spcPts val="0"/>
              </a:spcAft>
              <a:buClr>
                <a:schemeClr val="lt1"/>
              </a:buClr>
              <a:buSzPts val="2800"/>
              <a:buNone/>
              <a:defRPr>
                <a:solidFill>
                  <a:schemeClr val="lt1"/>
                </a:solidFill>
                <a:latin typeface="Open Sans"/>
                <a:ea typeface="Open Sans"/>
                <a:cs typeface="Open Sans"/>
                <a:sym typeface="Open Sans"/>
              </a:defRPr>
            </a:lvl2pPr>
            <a:lvl3pPr lvl="2" rtl="0">
              <a:spcBef>
                <a:spcPts val="0"/>
              </a:spcBef>
              <a:spcAft>
                <a:spcPts val="0"/>
              </a:spcAft>
              <a:buClr>
                <a:schemeClr val="lt1"/>
              </a:buClr>
              <a:buSzPts val="2800"/>
              <a:buNone/>
              <a:defRPr>
                <a:solidFill>
                  <a:schemeClr val="lt1"/>
                </a:solidFill>
                <a:latin typeface="Open Sans"/>
                <a:ea typeface="Open Sans"/>
                <a:cs typeface="Open Sans"/>
                <a:sym typeface="Open Sans"/>
              </a:defRPr>
            </a:lvl3pPr>
            <a:lvl4pPr lvl="3" rtl="0">
              <a:spcBef>
                <a:spcPts val="0"/>
              </a:spcBef>
              <a:spcAft>
                <a:spcPts val="0"/>
              </a:spcAft>
              <a:buClr>
                <a:schemeClr val="lt1"/>
              </a:buClr>
              <a:buSzPts val="2800"/>
              <a:buNone/>
              <a:defRPr>
                <a:solidFill>
                  <a:schemeClr val="lt1"/>
                </a:solidFill>
                <a:latin typeface="Open Sans"/>
                <a:ea typeface="Open Sans"/>
                <a:cs typeface="Open Sans"/>
                <a:sym typeface="Open Sans"/>
              </a:defRPr>
            </a:lvl4pPr>
            <a:lvl5pPr lvl="4" rtl="0">
              <a:spcBef>
                <a:spcPts val="0"/>
              </a:spcBef>
              <a:spcAft>
                <a:spcPts val="0"/>
              </a:spcAft>
              <a:buClr>
                <a:schemeClr val="lt1"/>
              </a:buClr>
              <a:buSzPts val="2800"/>
              <a:buNone/>
              <a:defRPr>
                <a:solidFill>
                  <a:schemeClr val="lt1"/>
                </a:solidFill>
                <a:latin typeface="Open Sans"/>
                <a:ea typeface="Open Sans"/>
                <a:cs typeface="Open Sans"/>
                <a:sym typeface="Open Sans"/>
              </a:defRPr>
            </a:lvl5pPr>
            <a:lvl6pPr lvl="5" rtl="0">
              <a:spcBef>
                <a:spcPts val="0"/>
              </a:spcBef>
              <a:spcAft>
                <a:spcPts val="0"/>
              </a:spcAft>
              <a:buClr>
                <a:schemeClr val="lt1"/>
              </a:buClr>
              <a:buSzPts val="2800"/>
              <a:buNone/>
              <a:defRPr>
                <a:solidFill>
                  <a:schemeClr val="lt1"/>
                </a:solidFill>
                <a:latin typeface="Open Sans"/>
                <a:ea typeface="Open Sans"/>
                <a:cs typeface="Open Sans"/>
                <a:sym typeface="Open Sans"/>
              </a:defRPr>
            </a:lvl6pPr>
            <a:lvl7pPr lvl="6" rtl="0">
              <a:spcBef>
                <a:spcPts val="0"/>
              </a:spcBef>
              <a:spcAft>
                <a:spcPts val="0"/>
              </a:spcAft>
              <a:buClr>
                <a:schemeClr val="lt1"/>
              </a:buClr>
              <a:buSzPts val="2800"/>
              <a:buNone/>
              <a:defRPr>
                <a:solidFill>
                  <a:schemeClr val="lt1"/>
                </a:solidFill>
                <a:latin typeface="Open Sans"/>
                <a:ea typeface="Open Sans"/>
                <a:cs typeface="Open Sans"/>
                <a:sym typeface="Open Sans"/>
              </a:defRPr>
            </a:lvl7pPr>
            <a:lvl8pPr lvl="7" rtl="0">
              <a:spcBef>
                <a:spcPts val="0"/>
              </a:spcBef>
              <a:spcAft>
                <a:spcPts val="0"/>
              </a:spcAft>
              <a:buClr>
                <a:schemeClr val="lt1"/>
              </a:buClr>
              <a:buSzPts val="2800"/>
              <a:buNone/>
              <a:defRPr>
                <a:solidFill>
                  <a:schemeClr val="lt1"/>
                </a:solidFill>
                <a:latin typeface="Open Sans"/>
                <a:ea typeface="Open Sans"/>
                <a:cs typeface="Open Sans"/>
                <a:sym typeface="Open Sans"/>
              </a:defRPr>
            </a:lvl8pPr>
            <a:lvl9pPr lvl="8" rtl="0">
              <a:spcBef>
                <a:spcPts val="0"/>
              </a:spcBef>
              <a:spcAft>
                <a:spcPts val="0"/>
              </a:spcAft>
              <a:buClr>
                <a:schemeClr val="lt1"/>
              </a:buClr>
              <a:buSzPts val="2800"/>
              <a:buNone/>
              <a:defRPr>
                <a:solidFill>
                  <a:schemeClr val="lt1"/>
                </a:solidFill>
                <a:latin typeface="Open Sans"/>
                <a:ea typeface="Open Sans"/>
                <a:cs typeface="Open Sans"/>
                <a:sym typeface="Open Sans"/>
              </a:defRPr>
            </a:lvl9pPr>
          </a:lstStyle>
          <a:p>
            <a:endParaRPr/>
          </a:p>
        </p:txBody>
      </p:sp>
      <p:sp>
        <p:nvSpPr>
          <p:cNvPr id="31" name="Google Shape;31;p4"/>
          <p:cNvSpPr txBox="1">
            <a:spLocks noGrp="1"/>
          </p:cNvSpPr>
          <p:nvPr>
            <p:ph type="subTitle" idx="1"/>
          </p:nvPr>
        </p:nvSpPr>
        <p:spPr>
          <a:xfrm>
            <a:off x="922450" y="1199688"/>
            <a:ext cx="3566100" cy="397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i="1">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
        <p:nvSpPr>
          <p:cNvPr id="32" name="Google Shape;32;p4"/>
          <p:cNvSpPr txBox="1">
            <a:spLocks noGrp="1"/>
          </p:cNvSpPr>
          <p:nvPr>
            <p:ph type="subTitle" idx="2"/>
          </p:nvPr>
        </p:nvSpPr>
        <p:spPr>
          <a:xfrm>
            <a:off x="922450" y="1679450"/>
            <a:ext cx="40941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Font typeface="Calibri"/>
              <a:buNone/>
              <a:defRPr sz="1300">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3">
  <p:cSld name="TITLE_1_1_1">
    <p:bg>
      <p:bgPr>
        <a:solidFill>
          <a:schemeClr val="dk1"/>
        </a:solidFill>
        <a:effectLst/>
      </p:bgPr>
    </p:bg>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r="2200"/>
          <a:stretch/>
        </p:blipFill>
        <p:spPr>
          <a:xfrm>
            <a:off x="424575" y="0"/>
            <a:ext cx="8719423" cy="5143500"/>
          </a:xfrm>
          <a:prstGeom prst="rect">
            <a:avLst/>
          </a:prstGeom>
          <a:noFill/>
          <a:ln>
            <a:noFill/>
          </a:ln>
        </p:spPr>
      </p:pic>
      <p:cxnSp>
        <p:nvCxnSpPr>
          <p:cNvPr id="35" name="Google Shape;35;p5"/>
          <p:cNvCxnSpPr/>
          <p:nvPr/>
        </p:nvCxnSpPr>
        <p:spPr>
          <a:xfrm>
            <a:off x="433475" y="4350"/>
            <a:ext cx="0" cy="5134800"/>
          </a:xfrm>
          <a:prstGeom prst="straightConnector1">
            <a:avLst/>
          </a:prstGeom>
          <a:noFill/>
          <a:ln w="38100" cap="flat" cmpd="sng">
            <a:solidFill>
              <a:schemeClr val="lt1"/>
            </a:solidFill>
            <a:prstDash val="solid"/>
            <a:round/>
            <a:headEnd type="none" w="med" len="med"/>
            <a:tailEnd type="none" w="med" len="med"/>
          </a:ln>
        </p:spPr>
      </p:cxnSp>
      <p:cxnSp>
        <p:nvCxnSpPr>
          <p:cNvPr id="36" name="Google Shape;36;p5"/>
          <p:cNvCxnSpPr/>
          <p:nvPr/>
        </p:nvCxnSpPr>
        <p:spPr>
          <a:xfrm>
            <a:off x="64650" y="2556453"/>
            <a:ext cx="0" cy="2592300"/>
          </a:xfrm>
          <a:prstGeom prst="straightConnector1">
            <a:avLst/>
          </a:prstGeom>
          <a:noFill/>
          <a:ln w="38100" cap="flat" cmpd="sng">
            <a:solidFill>
              <a:schemeClr val="dk2"/>
            </a:solidFill>
            <a:prstDash val="solid"/>
            <a:round/>
            <a:headEnd type="none" w="med" len="med"/>
            <a:tailEnd type="none" w="med" len="med"/>
          </a:ln>
        </p:spPr>
      </p:cxnSp>
      <p:cxnSp>
        <p:nvCxnSpPr>
          <p:cNvPr id="37" name="Google Shape;37;p5"/>
          <p:cNvCxnSpPr/>
          <p:nvPr/>
        </p:nvCxnSpPr>
        <p:spPr>
          <a:xfrm>
            <a:off x="186575" y="1601499"/>
            <a:ext cx="0" cy="3547200"/>
          </a:xfrm>
          <a:prstGeom prst="straightConnector1">
            <a:avLst/>
          </a:prstGeom>
          <a:noFill/>
          <a:ln w="38100" cap="flat" cmpd="sng">
            <a:solidFill>
              <a:schemeClr val="dk2"/>
            </a:solidFill>
            <a:prstDash val="solid"/>
            <a:round/>
            <a:headEnd type="none" w="med" len="med"/>
            <a:tailEnd type="none" w="med" len="med"/>
          </a:ln>
        </p:spPr>
      </p:cxnSp>
      <p:cxnSp>
        <p:nvCxnSpPr>
          <p:cNvPr id="38" name="Google Shape;38;p5"/>
          <p:cNvCxnSpPr/>
          <p:nvPr/>
        </p:nvCxnSpPr>
        <p:spPr>
          <a:xfrm>
            <a:off x="315375" y="678949"/>
            <a:ext cx="0" cy="4463700"/>
          </a:xfrm>
          <a:prstGeom prst="straightConnector1">
            <a:avLst/>
          </a:prstGeom>
          <a:noFill/>
          <a:ln w="38100" cap="flat" cmpd="sng">
            <a:solidFill>
              <a:schemeClr val="dk2"/>
            </a:solidFill>
            <a:prstDash val="solid"/>
            <a:round/>
            <a:headEnd type="none" w="med" len="med"/>
            <a:tailEnd type="none" w="med" len="med"/>
          </a:ln>
        </p:spPr>
      </p:cxnSp>
      <p:pic>
        <p:nvPicPr>
          <p:cNvPr id="39" name="Google Shape;39;p5"/>
          <p:cNvPicPr preferRelativeResize="0"/>
          <p:nvPr/>
        </p:nvPicPr>
        <p:blipFill>
          <a:blip r:embed="rId3">
            <a:alphaModFix/>
          </a:blip>
          <a:stretch>
            <a:fillRect/>
          </a:stretch>
        </p:blipFill>
        <p:spPr>
          <a:xfrm>
            <a:off x="0" y="4284950"/>
            <a:ext cx="858550" cy="858550"/>
          </a:xfrm>
          <a:prstGeom prst="rect">
            <a:avLst/>
          </a:prstGeom>
          <a:noFill/>
          <a:ln>
            <a:noFill/>
          </a:ln>
        </p:spPr>
      </p:pic>
      <p:sp>
        <p:nvSpPr>
          <p:cNvPr id="40" name="Google Shape;40;p5"/>
          <p:cNvSpPr txBox="1">
            <a:spLocks noGrp="1"/>
          </p:cNvSpPr>
          <p:nvPr>
            <p:ph type="title"/>
          </p:nvPr>
        </p:nvSpPr>
        <p:spPr>
          <a:xfrm>
            <a:off x="858550" y="157725"/>
            <a:ext cx="4039500" cy="960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000"/>
              <a:buFont typeface="Calibri"/>
              <a:buNone/>
              <a:defRPr>
                <a:solidFill>
                  <a:schemeClr val="lt1"/>
                </a:solidFill>
                <a:latin typeface="Calibri"/>
                <a:ea typeface="Calibri"/>
                <a:cs typeface="Calibri"/>
                <a:sym typeface="Calibri"/>
              </a:defRPr>
            </a:lvl1pPr>
            <a:lvl2pPr lvl="1" rtl="0">
              <a:spcBef>
                <a:spcPts val="0"/>
              </a:spcBef>
              <a:spcAft>
                <a:spcPts val="0"/>
              </a:spcAft>
              <a:buClr>
                <a:schemeClr val="lt1"/>
              </a:buClr>
              <a:buSzPts val="2800"/>
              <a:buNone/>
              <a:defRPr>
                <a:solidFill>
                  <a:schemeClr val="lt1"/>
                </a:solidFill>
                <a:latin typeface="Open Sans"/>
                <a:ea typeface="Open Sans"/>
                <a:cs typeface="Open Sans"/>
                <a:sym typeface="Open Sans"/>
              </a:defRPr>
            </a:lvl2pPr>
            <a:lvl3pPr lvl="2" rtl="0">
              <a:spcBef>
                <a:spcPts val="0"/>
              </a:spcBef>
              <a:spcAft>
                <a:spcPts val="0"/>
              </a:spcAft>
              <a:buClr>
                <a:schemeClr val="lt1"/>
              </a:buClr>
              <a:buSzPts val="2800"/>
              <a:buNone/>
              <a:defRPr>
                <a:solidFill>
                  <a:schemeClr val="lt1"/>
                </a:solidFill>
                <a:latin typeface="Open Sans"/>
                <a:ea typeface="Open Sans"/>
                <a:cs typeface="Open Sans"/>
                <a:sym typeface="Open Sans"/>
              </a:defRPr>
            </a:lvl3pPr>
            <a:lvl4pPr lvl="3" rtl="0">
              <a:spcBef>
                <a:spcPts val="0"/>
              </a:spcBef>
              <a:spcAft>
                <a:spcPts val="0"/>
              </a:spcAft>
              <a:buClr>
                <a:schemeClr val="lt1"/>
              </a:buClr>
              <a:buSzPts val="2800"/>
              <a:buNone/>
              <a:defRPr>
                <a:solidFill>
                  <a:schemeClr val="lt1"/>
                </a:solidFill>
                <a:latin typeface="Open Sans"/>
                <a:ea typeface="Open Sans"/>
                <a:cs typeface="Open Sans"/>
                <a:sym typeface="Open Sans"/>
              </a:defRPr>
            </a:lvl4pPr>
            <a:lvl5pPr lvl="4" rtl="0">
              <a:spcBef>
                <a:spcPts val="0"/>
              </a:spcBef>
              <a:spcAft>
                <a:spcPts val="0"/>
              </a:spcAft>
              <a:buClr>
                <a:schemeClr val="lt1"/>
              </a:buClr>
              <a:buSzPts val="2800"/>
              <a:buNone/>
              <a:defRPr>
                <a:solidFill>
                  <a:schemeClr val="lt1"/>
                </a:solidFill>
                <a:latin typeface="Open Sans"/>
                <a:ea typeface="Open Sans"/>
                <a:cs typeface="Open Sans"/>
                <a:sym typeface="Open Sans"/>
              </a:defRPr>
            </a:lvl5pPr>
            <a:lvl6pPr lvl="5" rtl="0">
              <a:spcBef>
                <a:spcPts val="0"/>
              </a:spcBef>
              <a:spcAft>
                <a:spcPts val="0"/>
              </a:spcAft>
              <a:buClr>
                <a:schemeClr val="lt1"/>
              </a:buClr>
              <a:buSzPts val="2800"/>
              <a:buNone/>
              <a:defRPr>
                <a:solidFill>
                  <a:schemeClr val="lt1"/>
                </a:solidFill>
                <a:latin typeface="Open Sans"/>
                <a:ea typeface="Open Sans"/>
                <a:cs typeface="Open Sans"/>
                <a:sym typeface="Open Sans"/>
              </a:defRPr>
            </a:lvl6pPr>
            <a:lvl7pPr lvl="6" rtl="0">
              <a:spcBef>
                <a:spcPts val="0"/>
              </a:spcBef>
              <a:spcAft>
                <a:spcPts val="0"/>
              </a:spcAft>
              <a:buClr>
                <a:schemeClr val="lt1"/>
              </a:buClr>
              <a:buSzPts val="2800"/>
              <a:buNone/>
              <a:defRPr>
                <a:solidFill>
                  <a:schemeClr val="lt1"/>
                </a:solidFill>
                <a:latin typeface="Open Sans"/>
                <a:ea typeface="Open Sans"/>
                <a:cs typeface="Open Sans"/>
                <a:sym typeface="Open Sans"/>
              </a:defRPr>
            </a:lvl7pPr>
            <a:lvl8pPr lvl="7" rtl="0">
              <a:spcBef>
                <a:spcPts val="0"/>
              </a:spcBef>
              <a:spcAft>
                <a:spcPts val="0"/>
              </a:spcAft>
              <a:buClr>
                <a:schemeClr val="lt1"/>
              </a:buClr>
              <a:buSzPts val="2800"/>
              <a:buNone/>
              <a:defRPr>
                <a:solidFill>
                  <a:schemeClr val="lt1"/>
                </a:solidFill>
                <a:latin typeface="Open Sans"/>
                <a:ea typeface="Open Sans"/>
                <a:cs typeface="Open Sans"/>
                <a:sym typeface="Open Sans"/>
              </a:defRPr>
            </a:lvl8pPr>
            <a:lvl9pPr lvl="8" rtl="0">
              <a:spcBef>
                <a:spcPts val="0"/>
              </a:spcBef>
              <a:spcAft>
                <a:spcPts val="0"/>
              </a:spcAft>
              <a:buClr>
                <a:schemeClr val="lt1"/>
              </a:buClr>
              <a:buSzPts val="2800"/>
              <a:buNone/>
              <a:defRPr>
                <a:solidFill>
                  <a:schemeClr val="lt1"/>
                </a:solidFill>
                <a:latin typeface="Open Sans"/>
                <a:ea typeface="Open Sans"/>
                <a:cs typeface="Open Sans"/>
                <a:sym typeface="Open Sans"/>
              </a:defRPr>
            </a:lvl9pPr>
          </a:lstStyle>
          <a:p>
            <a:endParaRPr/>
          </a:p>
        </p:txBody>
      </p:sp>
      <p:sp>
        <p:nvSpPr>
          <p:cNvPr id="41" name="Google Shape;41;p5"/>
          <p:cNvSpPr txBox="1">
            <a:spLocks noGrp="1"/>
          </p:cNvSpPr>
          <p:nvPr>
            <p:ph type="subTitle" idx="1"/>
          </p:nvPr>
        </p:nvSpPr>
        <p:spPr>
          <a:xfrm>
            <a:off x="922450" y="1199688"/>
            <a:ext cx="3566100" cy="397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i="1">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
        <p:nvSpPr>
          <p:cNvPr id="42" name="Google Shape;42;p5"/>
          <p:cNvSpPr txBox="1">
            <a:spLocks noGrp="1"/>
          </p:cNvSpPr>
          <p:nvPr>
            <p:ph type="subTitle" idx="2"/>
          </p:nvPr>
        </p:nvSpPr>
        <p:spPr>
          <a:xfrm>
            <a:off x="922450" y="1679450"/>
            <a:ext cx="40941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Font typeface="Calibri"/>
              <a:buNone/>
              <a:defRPr sz="1300">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4">
  <p:cSld name="TITLE_1_1_1_1">
    <p:bg>
      <p:bgPr>
        <a:solidFill>
          <a:schemeClr val="dk1"/>
        </a:solidFill>
        <a:effectLst/>
      </p:bgPr>
    </p:bg>
    <p:spTree>
      <p:nvGrpSpPr>
        <p:cNvPr id="1" name="Shape 43"/>
        <p:cNvGrpSpPr/>
        <p:nvPr/>
      </p:nvGrpSpPr>
      <p:grpSpPr>
        <a:xfrm>
          <a:off x="0" y="0"/>
          <a:ext cx="0" cy="0"/>
          <a:chOff x="0" y="0"/>
          <a:chExt cx="0" cy="0"/>
        </a:xfrm>
      </p:grpSpPr>
      <p:pic>
        <p:nvPicPr>
          <p:cNvPr id="44" name="Google Shape;44;p6"/>
          <p:cNvPicPr preferRelativeResize="0"/>
          <p:nvPr/>
        </p:nvPicPr>
        <p:blipFill rotWithShape="1">
          <a:blip r:embed="rId2">
            <a:alphaModFix/>
          </a:blip>
          <a:srcRect r="1922"/>
          <a:stretch/>
        </p:blipFill>
        <p:spPr>
          <a:xfrm>
            <a:off x="424575" y="0"/>
            <a:ext cx="8719423" cy="5143499"/>
          </a:xfrm>
          <a:prstGeom prst="rect">
            <a:avLst/>
          </a:prstGeom>
          <a:noFill/>
          <a:ln>
            <a:noFill/>
          </a:ln>
        </p:spPr>
      </p:pic>
      <p:cxnSp>
        <p:nvCxnSpPr>
          <p:cNvPr id="45" name="Google Shape;45;p6"/>
          <p:cNvCxnSpPr/>
          <p:nvPr/>
        </p:nvCxnSpPr>
        <p:spPr>
          <a:xfrm>
            <a:off x="433475" y="4350"/>
            <a:ext cx="0" cy="5134800"/>
          </a:xfrm>
          <a:prstGeom prst="straightConnector1">
            <a:avLst/>
          </a:prstGeom>
          <a:noFill/>
          <a:ln w="38100" cap="flat" cmpd="sng">
            <a:solidFill>
              <a:schemeClr val="lt1"/>
            </a:solidFill>
            <a:prstDash val="solid"/>
            <a:round/>
            <a:headEnd type="none" w="med" len="med"/>
            <a:tailEnd type="none" w="med" len="med"/>
          </a:ln>
        </p:spPr>
      </p:cxnSp>
      <p:cxnSp>
        <p:nvCxnSpPr>
          <p:cNvPr id="46" name="Google Shape;46;p6"/>
          <p:cNvCxnSpPr/>
          <p:nvPr/>
        </p:nvCxnSpPr>
        <p:spPr>
          <a:xfrm>
            <a:off x="64650" y="2556453"/>
            <a:ext cx="0" cy="2592300"/>
          </a:xfrm>
          <a:prstGeom prst="straightConnector1">
            <a:avLst/>
          </a:prstGeom>
          <a:noFill/>
          <a:ln w="38100" cap="flat" cmpd="sng">
            <a:solidFill>
              <a:schemeClr val="dk2"/>
            </a:solidFill>
            <a:prstDash val="solid"/>
            <a:round/>
            <a:headEnd type="none" w="med" len="med"/>
            <a:tailEnd type="none" w="med" len="med"/>
          </a:ln>
        </p:spPr>
      </p:cxnSp>
      <p:cxnSp>
        <p:nvCxnSpPr>
          <p:cNvPr id="47" name="Google Shape;47;p6"/>
          <p:cNvCxnSpPr/>
          <p:nvPr/>
        </p:nvCxnSpPr>
        <p:spPr>
          <a:xfrm>
            <a:off x="186575" y="1601499"/>
            <a:ext cx="0" cy="3547200"/>
          </a:xfrm>
          <a:prstGeom prst="straightConnector1">
            <a:avLst/>
          </a:prstGeom>
          <a:noFill/>
          <a:ln w="38100" cap="flat" cmpd="sng">
            <a:solidFill>
              <a:schemeClr val="dk2"/>
            </a:solidFill>
            <a:prstDash val="solid"/>
            <a:round/>
            <a:headEnd type="none" w="med" len="med"/>
            <a:tailEnd type="none" w="med" len="med"/>
          </a:ln>
        </p:spPr>
      </p:cxnSp>
      <p:cxnSp>
        <p:nvCxnSpPr>
          <p:cNvPr id="48" name="Google Shape;48;p6"/>
          <p:cNvCxnSpPr/>
          <p:nvPr/>
        </p:nvCxnSpPr>
        <p:spPr>
          <a:xfrm>
            <a:off x="315375" y="678949"/>
            <a:ext cx="0" cy="4463700"/>
          </a:xfrm>
          <a:prstGeom prst="straightConnector1">
            <a:avLst/>
          </a:prstGeom>
          <a:noFill/>
          <a:ln w="38100" cap="flat" cmpd="sng">
            <a:solidFill>
              <a:schemeClr val="dk2"/>
            </a:solidFill>
            <a:prstDash val="solid"/>
            <a:round/>
            <a:headEnd type="none" w="med" len="med"/>
            <a:tailEnd type="none" w="med" len="med"/>
          </a:ln>
        </p:spPr>
      </p:cxnSp>
      <p:pic>
        <p:nvPicPr>
          <p:cNvPr id="49" name="Google Shape;49;p6"/>
          <p:cNvPicPr preferRelativeResize="0"/>
          <p:nvPr/>
        </p:nvPicPr>
        <p:blipFill>
          <a:blip r:embed="rId3">
            <a:alphaModFix/>
          </a:blip>
          <a:stretch>
            <a:fillRect/>
          </a:stretch>
        </p:blipFill>
        <p:spPr>
          <a:xfrm>
            <a:off x="0" y="4284950"/>
            <a:ext cx="858550" cy="858550"/>
          </a:xfrm>
          <a:prstGeom prst="rect">
            <a:avLst/>
          </a:prstGeom>
          <a:noFill/>
          <a:ln>
            <a:noFill/>
          </a:ln>
        </p:spPr>
      </p:pic>
      <p:sp>
        <p:nvSpPr>
          <p:cNvPr id="50" name="Google Shape;50;p6"/>
          <p:cNvSpPr txBox="1">
            <a:spLocks noGrp="1"/>
          </p:cNvSpPr>
          <p:nvPr>
            <p:ph type="title"/>
          </p:nvPr>
        </p:nvSpPr>
        <p:spPr>
          <a:xfrm>
            <a:off x="858550" y="157725"/>
            <a:ext cx="4039500" cy="960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000"/>
              <a:buFont typeface="Calibri"/>
              <a:buNone/>
              <a:defRPr>
                <a:solidFill>
                  <a:schemeClr val="lt1"/>
                </a:solidFill>
                <a:latin typeface="Calibri"/>
                <a:ea typeface="Calibri"/>
                <a:cs typeface="Calibri"/>
                <a:sym typeface="Calibri"/>
              </a:defRPr>
            </a:lvl1pPr>
            <a:lvl2pPr lvl="1" rtl="0">
              <a:spcBef>
                <a:spcPts val="0"/>
              </a:spcBef>
              <a:spcAft>
                <a:spcPts val="0"/>
              </a:spcAft>
              <a:buClr>
                <a:schemeClr val="lt1"/>
              </a:buClr>
              <a:buSzPts val="2800"/>
              <a:buNone/>
              <a:defRPr>
                <a:solidFill>
                  <a:schemeClr val="lt1"/>
                </a:solidFill>
                <a:latin typeface="Open Sans"/>
                <a:ea typeface="Open Sans"/>
                <a:cs typeface="Open Sans"/>
                <a:sym typeface="Open Sans"/>
              </a:defRPr>
            </a:lvl2pPr>
            <a:lvl3pPr lvl="2" rtl="0">
              <a:spcBef>
                <a:spcPts val="0"/>
              </a:spcBef>
              <a:spcAft>
                <a:spcPts val="0"/>
              </a:spcAft>
              <a:buClr>
                <a:schemeClr val="lt1"/>
              </a:buClr>
              <a:buSzPts val="2800"/>
              <a:buNone/>
              <a:defRPr>
                <a:solidFill>
                  <a:schemeClr val="lt1"/>
                </a:solidFill>
                <a:latin typeface="Open Sans"/>
                <a:ea typeface="Open Sans"/>
                <a:cs typeface="Open Sans"/>
                <a:sym typeface="Open Sans"/>
              </a:defRPr>
            </a:lvl3pPr>
            <a:lvl4pPr lvl="3" rtl="0">
              <a:spcBef>
                <a:spcPts val="0"/>
              </a:spcBef>
              <a:spcAft>
                <a:spcPts val="0"/>
              </a:spcAft>
              <a:buClr>
                <a:schemeClr val="lt1"/>
              </a:buClr>
              <a:buSzPts val="2800"/>
              <a:buNone/>
              <a:defRPr>
                <a:solidFill>
                  <a:schemeClr val="lt1"/>
                </a:solidFill>
                <a:latin typeface="Open Sans"/>
                <a:ea typeface="Open Sans"/>
                <a:cs typeface="Open Sans"/>
                <a:sym typeface="Open Sans"/>
              </a:defRPr>
            </a:lvl4pPr>
            <a:lvl5pPr lvl="4" rtl="0">
              <a:spcBef>
                <a:spcPts val="0"/>
              </a:spcBef>
              <a:spcAft>
                <a:spcPts val="0"/>
              </a:spcAft>
              <a:buClr>
                <a:schemeClr val="lt1"/>
              </a:buClr>
              <a:buSzPts val="2800"/>
              <a:buNone/>
              <a:defRPr>
                <a:solidFill>
                  <a:schemeClr val="lt1"/>
                </a:solidFill>
                <a:latin typeface="Open Sans"/>
                <a:ea typeface="Open Sans"/>
                <a:cs typeface="Open Sans"/>
                <a:sym typeface="Open Sans"/>
              </a:defRPr>
            </a:lvl5pPr>
            <a:lvl6pPr lvl="5" rtl="0">
              <a:spcBef>
                <a:spcPts val="0"/>
              </a:spcBef>
              <a:spcAft>
                <a:spcPts val="0"/>
              </a:spcAft>
              <a:buClr>
                <a:schemeClr val="lt1"/>
              </a:buClr>
              <a:buSzPts val="2800"/>
              <a:buNone/>
              <a:defRPr>
                <a:solidFill>
                  <a:schemeClr val="lt1"/>
                </a:solidFill>
                <a:latin typeface="Open Sans"/>
                <a:ea typeface="Open Sans"/>
                <a:cs typeface="Open Sans"/>
                <a:sym typeface="Open Sans"/>
              </a:defRPr>
            </a:lvl6pPr>
            <a:lvl7pPr lvl="6" rtl="0">
              <a:spcBef>
                <a:spcPts val="0"/>
              </a:spcBef>
              <a:spcAft>
                <a:spcPts val="0"/>
              </a:spcAft>
              <a:buClr>
                <a:schemeClr val="lt1"/>
              </a:buClr>
              <a:buSzPts val="2800"/>
              <a:buNone/>
              <a:defRPr>
                <a:solidFill>
                  <a:schemeClr val="lt1"/>
                </a:solidFill>
                <a:latin typeface="Open Sans"/>
                <a:ea typeface="Open Sans"/>
                <a:cs typeface="Open Sans"/>
                <a:sym typeface="Open Sans"/>
              </a:defRPr>
            </a:lvl7pPr>
            <a:lvl8pPr lvl="7" rtl="0">
              <a:spcBef>
                <a:spcPts val="0"/>
              </a:spcBef>
              <a:spcAft>
                <a:spcPts val="0"/>
              </a:spcAft>
              <a:buClr>
                <a:schemeClr val="lt1"/>
              </a:buClr>
              <a:buSzPts val="2800"/>
              <a:buNone/>
              <a:defRPr>
                <a:solidFill>
                  <a:schemeClr val="lt1"/>
                </a:solidFill>
                <a:latin typeface="Open Sans"/>
                <a:ea typeface="Open Sans"/>
                <a:cs typeface="Open Sans"/>
                <a:sym typeface="Open Sans"/>
              </a:defRPr>
            </a:lvl8pPr>
            <a:lvl9pPr lvl="8" rtl="0">
              <a:spcBef>
                <a:spcPts val="0"/>
              </a:spcBef>
              <a:spcAft>
                <a:spcPts val="0"/>
              </a:spcAft>
              <a:buClr>
                <a:schemeClr val="lt1"/>
              </a:buClr>
              <a:buSzPts val="2800"/>
              <a:buNone/>
              <a:defRPr>
                <a:solidFill>
                  <a:schemeClr val="lt1"/>
                </a:solidFill>
                <a:latin typeface="Open Sans"/>
                <a:ea typeface="Open Sans"/>
                <a:cs typeface="Open Sans"/>
                <a:sym typeface="Open Sans"/>
              </a:defRPr>
            </a:lvl9pPr>
          </a:lstStyle>
          <a:p>
            <a:endParaRPr/>
          </a:p>
        </p:txBody>
      </p:sp>
      <p:sp>
        <p:nvSpPr>
          <p:cNvPr id="51" name="Google Shape;51;p6"/>
          <p:cNvSpPr txBox="1">
            <a:spLocks noGrp="1"/>
          </p:cNvSpPr>
          <p:nvPr>
            <p:ph type="subTitle" idx="1"/>
          </p:nvPr>
        </p:nvSpPr>
        <p:spPr>
          <a:xfrm>
            <a:off x="922450" y="1199688"/>
            <a:ext cx="3566100" cy="397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i="1">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
        <p:nvSpPr>
          <p:cNvPr id="52" name="Google Shape;52;p6"/>
          <p:cNvSpPr txBox="1">
            <a:spLocks noGrp="1"/>
          </p:cNvSpPr>
          <p:nvPr>
            <p:ph type="subTitle" idx="2"/>
          </p:nvPr>
        </p:nvSpPr>
        <p:spPr>
          <a:xfrm>
            <a:off x="922450" y="1679450"/>
            <a:ext cx="40941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Font typeface="Calibri"/>
              <a:buNone/>
              <a:defRPr sz="1300">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5">
  <p:cSld name="TITLE_1_1_1_1_1">
    <p:bg>
      <p:bgPr>
        <a:solidFill>
          <a:schemeClr val="dk1"/>
        </a:solidFill>
        <a:effectLst/>
      </p:bgPr>
    </p:bg>
    <p:spTree>
      <p:nvGrpSpPr>
        <p:cNvPr id="1" name="Shape 53"/>
        <p:cNvGrpSpPr/>
        <p:nvPr/>
      </p:nvGrpSpPr>
      <p:grpSpPr>
        <a:xfrm>
          <a:off x="0" y="0"/>
          <a:ext cx="0" cy="0"/>
          <a:chOff x="0" y="0"/>
          <a:chExt cx="0" cy="0"/>
        </a:xfrm>
      </p:grpSpPr>
      <p:pic>
        <p:nvPicPr>
          <p:cNvPr id="54" name="Google Shape;54;p7"/>
          <p:cNvPicPr preferRelativeResize="0"/>
          <p:nvPr/>
        </p:nvPicPr>
        <p:blipFill rotWithShape="1">
          <a:blip r:embed="rId2">
            <a:alphaModFix/>
          </a:blip>
          <a:srcRect r="4187" b="2685"/>
          <a:stretch/>
        </p:blipFill>
        <p:spPr>
          <a:xfrm>
            <a:off x="424575" y="0"/>
            <a:ext cx="8719426" cy="5143501"/>
          </a:xfrm>
          <a:prstGeom prst="rect">
            <a:avLst/>
          </a:prstGeom>
          <a:noFill/>
          <a:ln>
            <a:noFill/>
          </a:ln>
        </p:spPr>
      </p:pic>
      <p:cxnSp>
        <p:nvCxnSpPr>
          <p:cNvPr id="55" name="Google Shape;55;p7"/>
          <p:cNvCxnSpPr/>
          <p:nvPr/>
        </p:nvCxnSpPr>
        <p:spPr>
          <a:xfrm>
            <a:off x="433475" y="4350"/>
            <a:ext cx="0" cy="5134800"/>
          </a:xfrm>
          <a:prstGeom prst="straightConnector1">
            <a:avLst/>
          </a:prstGeom>
          <a:noFill/>
          <a:ln w="38100" cap="flat" cmpd="sng">
            <a:solidFill>
              <a:schemeClr val="lt1"/>
            </a:solidFill>
            <a:prstDash val="solid"/>
            <a:round/>
            <a:headEnd type="none" w="med" len="med"/>
            <a:tailEnd type="none" w="med" len="med"/>
          </a:ln>
        </p:spPr>
      </p:cxnSp>
      <p:cxnSp>
        <p:nvCxnSpPr>
          <p:cNvPr id="56" name="Google Shape;56;p7"/>
          <p:cNvCxnSpPr/>
          <p:nvPr/>
        </p:nvCxnSpPr>
        <p:spPr>
          <a:xfrm>
            <a:off x="64650" y="2556453"/>
            <a:ext cx="0" cy="2592300"/>
          </a:xfrm>
          <a:prstGeom prst="straightConnector1">
            <a:avLst/>
          </a:prstGeom>
          <a:noFill/>
          <a:ln w="38100" cap="flat" cmpd="sng">
            <a:solidFill>
              <a:schemeClr val="dk2"/>
            </a:solidFill>
            <a:prstDash val="solid"/>
            <a:round/>
            <a:headEnd type="none" w="med" len="med"/>
            <a:tailEnd type="none" w="med" len="med"/>
          </a:ln>
        </p:spPr>
      </p:cxnSp>
      <p:cxnSp>
        <p:nvCxnSpPr>
          <p:cNvPr id="57" name="Google Shape;57;p7"/>
          <p:cNvCxnSpPr/>
          <p:nvPr/>
        </p:nvCxnSpPr>
        <p:spPr>
          <a:xfrm>
            <a:off x="186575" y="1601499"/>
            <a:ext cx="0" cy="3547200"/>
          </a:xfrm>
          <a:prstGeom prst="straightConnector1">
            <a:avLst/>
          </a:prstGeom>
          <a:noFill/>
          <a:ln w="38100" cap="flat" cmpd="sng">
            <a:solidFill>
              <a:schemeClr val="dk2"/>
            </a:solidFill>
            <a:prstDash val="solid"/>
            <a:round/>
            <a:headEnd type="none" w="med" len="med"/>
            <a:tailEnd type="none" w="med" len="med"/>
          </a:ln>
        </p:spPr>
      </p:cxnSp>
      <p:cxnSp>
        <p:nvCxnSpPr>
          <p:cNvPr id="58" name="Google Shape;58;p7"/>
          <p:cNvCxnSpPr/>
          <p:nvPr/>
        </p:nvCxnSpPr>
        <p:spPr>
          <a:xfrm>
            <a:off x="315375" y="678949"/>
            <a:ext cx="0" cy="4463700"/>
          </a:xfrm>
          <a:prstGeom prst="straightConnector1">
            <a:avLst/>
          </a:prstGeom>
          <a:noFill/>
          <a:ln w="38100" cap="flat" cmpd="sng">
            <a:solidFill>
              <a:schemeClr val="dk2"/>
            </a:solidFill>
            <a:prstDash val="solid"/>
            <a:round/>
            <a:headEnd type="none" w="med" len="med"/>
            <a:tailEnd type="none" w="med" len="med"/>
          </a:ln>
        </p:spPr>
      </p:cxnSp>
      <p:pic>
        <p:nvPicPr>
          <p:cNvPr id="59" name="Google Shape;59;p7"/>
          <p:cNvPicPr preferRelativeResize="0"/>
          <p:nvPr/>
        </p:nvPicPr>
        <p:blipFill>
          <a:blip r:embed="rId3">
            <a:alphaModFix/>
          </a:blip>
          <a:stretch>
            <a:fillRect/>
          </a:stretch>
        </p:blipFill>
        <p:spPr>
          <a:xfrm>
            <a:off x="0" y="4284950"/>
            <a:ext cx="858550" cy="858550"/>
          </a:xfrm>
          <a:prstGeom prst="rect">
            <a:avLst/>
          </a:prstGeom>
          <a:noFill/>
          <a:ln>
            <a:noFill/>
          </a:ln>
        </p:spPr>
      </p:pic>
      <p:sp>
        <p:nvSpPr>
          <p:cNvPr id="60" name="Google Shape;60;p7"/>
          <p:cNvSpPr txBox="1">
            <a:spLocks noGrp="1"/>
          </p:cNvSpPr>
          <p:nvPr>
            <p:ph type="title"/>
          </p:nvPr>
        </p:nvSpPr>
        <p:spPr>
          <a:xfrm>
            <a:off x="858550" y="157725"/>
            <a:ext cx="4039500" cy="960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000"/>
              <a:buFont typeface="Calibri"/>
              <a:buNone/>
              <a:defRPr>
                <a:solidFill>
                  <a:schemeClr val="lt1"/>
                </a:solidFill>
                <a:latin typeface="Calibri"/>
                <a:ea typeface="Calibri"/>
                <a:cs typeface="Calibri"/>
                <a:sym typeface="Calibri"/>
              </a:defRPr>
            </a:lvl1pPr>
            <a:lvl2pPr lvl="1" rtl="0">
              <a:spcBef>
                <a:spcPts val="0"/>
              </a:spcBef>
              <a:spcAft>
                <a:spcPts val="0"/>
              </a:spcAft>
              <a:buClr>
                <a:schemeClr val="lt1"/>
              </a:buClr>
              <a:buSzPts val="2800"/>
              <a:buNone/>
              <a:defRPr>
                <a:solidFill>
                  <a:schemeClr val="lt1"/>
                </a:solidFill>
                <a:latin typeface="Open Sans"/>
                <a:ea typeface="Open Sans"/>
                <a:cs typeface="Open Sans"/>
                <a:sym typeface="Open Sans"/>
              </a:defRPr>
            </a:lvl2pPr>
            <a:lvl3pPr lvl="2" rtl="0">
              <a:spcBef>
                <a:spcPts val="0"/>
              </a:spcBef>
              <a:spcAft>
                <a:spcPts val="0"/>
              </a:spcAft>
              <a:buClr>
                <a:schemeClr val="lt1"/>
              </a:buClr>
              <a:buSzPts val="2800"/>
              <a:buNone/>
              <a:defRPr>
                <a:solidFill>
                  <a:schemeClr val="lt1"/>
                </a:solidFill>
                <a:latin typeface="Open Sans"/>
                <a:ea typeface="Open Sans"/>
                <a:cs typeface="Open Sans"/>
                <a:sym typeface="Open Sans"/>
              </a:defRPr>
            </a:lvl3pPr>
            <a:lvl4pPr lvl="3" rtl="0">
              <a:spcBef>
                <a:spcPts val="0"/>
              </a:spcBef>
              <a:spcAft>
                <a:spcPts val="0"/>
              </a:spcAft>
              <a:buClr>
                <a:schemeClr val="lt1"/>
              </a:buClr>
              <a:buSzPts val="2800"/>
              <a:buNone/>
              <a:defRPr>
                <a:solidFill>
                  <a:schemeClr val="lt1"/>
                </a:solidFill>
                <a:latin typeface="Open Sans"/>
                <a:ea typeface="Open Sans"/>
                <a:cs typeface="Open Sans"/>
                <a:sym typeface="Open Sans"/>
              </a:defRPr>
            </a:lvl4pPr>
            <a:lvl5pPr lvl="4" rtl="0">
              <a:spcBef>
                <a:spcPts val="0"/>
              </a:spcBef>
              <a:spcAft>
                <a:spcPts val="0"/>
              </a:spcAft>
              <a:buClr>
                <a:schemeClr val="lt1"/>
              </a:buClr>
              <a:buSzPts val="2800"/>
              <a:buNone/>
              <a:defRPr>
                <a:solidFill>
                  <a:schemeClr val="lt1"/>
                </a:solidFill>
                <a:latin typeface="Open Sans"/>
                <a:ea typeface="Open Sans"/>
                <a:cs typeface="Open Sans"/>
                <a:sym typeface="Open Sans"/>
              </a:defRPr>
            </a:lvl5pPr>
            <a:lvl6pPr lvl="5" rtl="0">
              <a:spcBef>
                <a:spcPts val="0"/>
              </a:spcBef>
              <a:spcAft>
                <a:spcPts val="0"/>
              </a:spcAft>
              <a:buClr>
                <a:schemeClr val="lt1"/>
              </a:buClr>
              <a:buSzPts val="2800"/>
              <a:buNone/>
              <a:defRPr>
                <a:solidFill>
                  <a:schemeClr val="lt1"/>
                </a:solidFill>
                <a:latin typeface="Open Sans"/>
                <a:ea typeface="Open Sans"/>
                <a:cs typeface="Open Sans"/>
                <a:sym typeface="Open Sans"/>
              </a:defRPr>
            </a:lvl6pPr>
            <a:lvl7pPr lvl="6" rtl="0">
              <a:spcBef>
                <a:spcPts val="0"/>
              </a:spcBef>
              <a:spcAft>
                <a:spcPts val="0"/>
              </a:spcAft>
              <a:buClr>
                <a:schemeClr val="lt1"/>
              </a:buClr>
              <a:buSzPts val="2800"/>
              <a:buNone/>
              <a:defRPr>
                <a:solidFill>
                  <a:schemeClr val="lt1"/>
                </a:solidFill>
                <a:latin typeface="Open Sans"/>
                <a:ea typeface="Open Sans"/>
                <a:cs typeface="Open Sans"/>
                <a:sym typeface="Open Sans"/>
              </a:defRPr>
            </a:lvl7pPr>
            <a:lvl8pPr lvl="7" rtl="0">
              <a:spcBef>
                <a:spcPts val="0"/>
              </a:spcBef>
              <a:spcAft>
                <a:spcPts val="0"/>
              </a:spcAft>
              <a:buClr>
                <a:schemeClr val="lt1"/>
              </a:buClr>
              <a:buSzPts val="2800"/>
              <a:buNone/>
              <a:defRPr>
                <a:solidFill>
                  <a:schemeClr val="lt1"/>
                </a:solidFill>
                <a:latin typeface="Open Sans"/>
                <a:ea typeface="Open Sans"/>
                <a:cs typeface="Open Sans"/>
                <a:sym typeface="Open Sans"/>
              </a:defRPr>
            </a:lvl8pPr>
            <a:lvl9pPr lvl="8" rtl="0">
              <a:spcBef>
                <a:spcPts val="0"/>
              </a:spcBef>
              <a:spcAft>
                <a:spcPts val="0"/>
              </a:spcAft>
              <a:buClr>
                <a:schemeClr val="lt1"/>
              </a:buClr>
              <a:buSzPts val="2800"/>
              <a:buNone/>
              <a:defRPr>
                <a:solidFill>
                  <a:schemeClr val="lt1"/>
                </a:solidFill>
                <a:latin typeface="Open Sans"/>
                <a:ea typeface="Open Sans"/>
                <a:cs typeface="Open Sans"/>
                <a:sym typeface="Open Sans"/>
              </a:defRPr>
            </a:lvl9pPr>
          </a:lstStyle>
          <a:p>
            <a:endParaRPr/>
          </a:p>
        </p:txBody>
      </p:sp>
      <p:sp>
        <p:nvSpPr>
          <p:cNvPr id="61" name="Google Shape;61;p7"/>
          <p:cNvSpPr txBox="1">
            <a:spLocks noGrp="1"/>
          </p:cNvSpPr>
          <p:nvPr>
            <p:ph type="subTitle" idx="1"/>
          </p:nvPr>
        </p:nvSpPr>
        <p:spPr>
          <a:xfrm>
            <a:off x="922450" y="1199688"/>
            <a:ext cx="3566100" cy="397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i="1">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
        <p:nvSpPr>
          <p:cNvPr id="62" name="Google Shape;62;p7"/>
          <p:cNvSpPr txBox="1">
            <a:spLocks noGrp="1"/>
          </p:cNvSpPr>
          <p:nvPr>
            <p:ph type="subTitle" idx="2"/>
          </p:nvPr>
        </p:nvSpPr>
        <p:spPr>
          <a:xfrm>
            <a:off x="922450" y="1679450"/>
            <a:ext cx="4094100" cy="4458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Font typeface="Calibri"/>
              <a:buNone/>
              <a:defRPr sz="1300">
                <a:latin typeface="Calibri"/>
                <a:ea typeface="Calibri"/>
                <a:cs typeface="Calibri"/>
                <a:sym typeface="Calibri"/>
              </a:defRPr>
            </a:lvl1pPr>
            <a:lvl2pPr lvl="1" rtl="0">
              <a:spcBef>
                <a:spcPts val="1600"/>
              </a:spcBef>
              <a:spcAft>
                <a:spcPts val="0"/>
              </a:spcAft>
              <a:buClr>
                <a:schemeClr val="lt1"/>
              </a:buClr>
              <a:buSzPts val="1400"/>
              <a:buNone/>
              <a:defRPr>
                <a:solidFill>
                  <a:schemeClr val="lt1"/>
                </a:solidFill>
              </a:defRPr>
            </a:lvl2pPr>
            <a:lvl3pPr lvl="2" rtl="0">
              <a:spcBef>
                <a:spcPts val="1600"/>
              </a:spcBef>
              <a:spcAft>
                <a:spcPts val="0"/>
              </a:spcAft>
              <a:buClr>
                <a:schemeClr val="lt1"/>
              </a:buClr>
              <a:buSzPts val="1400"/>
              <a:buNone/>
              <a:defRPr>
                <a:solidFill>
                  <a:schemeClr val="lt1"/>
                </a:solidFill>
              </a:defRPr>
            </a:lvl3pPr>
            <a:lvl4pPr lvl="3" rtl="0">
              <a:spcBef>
                <a:spcPts val="1600"/>
              </a:spcBef>
              <a:spcAft>
                <a:spcPts val="0"/>
              </a:spcAft>
              <a:buClr>
                <a:schemeClr val="lt1"/>
              </a:buClr>
              <a:buSzPts val="1400"/>
              <a:buNone/>
              <a:defRPr>
                <a:solidFill>
                  <a:schemeClr val="lt1"/>
                </a:solidFill>
              </a:defRPr>
            </a:lvl4pPr>
            <a:lvl5pPr lvl="4" rtl="0">
              <a:spcBef>
                <a:spcPts val="1600"/>
              </a:spcBef>
              <a:spcAft>
                <a:spcPts val="0"/>
              </a:spcAft>
              <a:buClr>
                <a:schemeClr val="lt1"/>
              </a:buClr>
              <a:buSzPts val="1400"/>
              <a:buNone/>
              <a:defRPr>
                <a:solidFill>
                  <a:schemeClr val="lt1"/>
                </a:solidFill>
              </a:defRPr>
            </a:lvl5pPr>
            <a:lvl6pPr lvl="5" rtl="0">
              <a:spcBef>
                <a:spcPts val="1600"/>
              </a:spcBef>
              <a:spcAft>
                <a:spcPts val="0"/>
              </a:spcAft>
              <a:buClr>
                <a:schemeClr val="lt1"/>
              </a:buClr>
              <a:buSzPts val="1400"/>
              <a:buNone/>
              <a:defRPr>
                <a:solidFill>
                  <a:schemeClr val="lt1"/>
                </a:solidFill>
              </a:defRPr>
            </a:lvl6pPr>
            <a:lvl7pPr lvl="6" rtl="0">
              <a:spcBef>
                <a:spcPts val="1600"/>
              </a:spcBef>
              <a:spcAft>
                <a:spcPts val="0"/>
              </a:spcAft>
              <a:buClr>
                <a:schemeClr val="lt1"/>
              </a:buClr>
              <a:buSzPts val="1400"/>
              <a:buNone/>
              <a:defRPr>
                <a:solidFill>
                  <a:schemeClr val="lt1"/>
                </a:solidFill>
              </a:defRPr>
            </a:lvl7pPr>
            <a:lvl8pPr lvl="7" rtl="0">
              <a:spcBef>
                <a:spcPts val="1600"/>
              </a:spcBef>
              <a:spcAft>
                <a:spcPts val="0"/>
              </a:spcAft>
              <a:buClr>
                <a:schemeClr val="lt1"/>
              </a:buClr>
              <a:buSzPts val="1400"/>
              <a:buNone/>
              <a:defRPr>
                <a:solidFill>
                  <a:schemeClr val="lt1"/>
                </a:solidFill>
              </a:defRPr>
            </a:lvl8pPr>
            <a:lvl9pPr lvl="8" rtl="0">
              <a:spcBef>
                <a:spcPts val="1600"/>
              </a:spcBef>
              <a:spcAft>
                <a:spcPts val="1600"/>
              </a:spcAft>
              <a:buClr>
                <a:schemeClr val="lt1"/>
              </a:buClr>
              <a:buSzPts val="1400"/>
              <a:buNone/>
              <a:defRPr>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Clr>
                <a:srgbClr val="FFFFFF"/>
              </a:buClr>
              <a:buSzPts val="4000"/>
              <a:buFont typeface="Merriweather Black"/>
              <a:buNone/>
              <a:defRPr sz="4000" b="0">
                <a:solidFill>
                  <a:srgbClr val="FFFFFF"/>
                </a:solidFill>
                <a:latin typeface="Merriweather Black"/>
                <a:ea typeface="Merriweather Black"/>
                <a:cs typeface="Merriweather Black"/>
                <a:sym typeface="Merriweather Black"/>
              </a:defRPr>
            </a:lvl1pPr>
            <a:lvl2pPr lvl="1"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pic>
        <p:nvPicPr>
          <p:cNvPr id="65" name="Google Shape;65;p8"/>
          <p:cNvPicPr preferRelativeResize="0"/>
          <p:nvPr/>
        </p:nvPicPr>
        <p:blipFill>
          <a:blip r:embed="rId2">
            <a:alphaModFix/>
          </a:blip>
          <a:stretch>
            <a:fillRect/>
          </a:stretch>
        </p:blipFill>
        <p:spPr>
          <a:xfrm>
            <a:off x="4010025" y="4019550"/>
            <a:ext cx="1123950" cy="11239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p:cSld name="SECTION_HEADER_2">
    <p:bg>
      <p:bgPr>
        <a:solidFill>
          <a:schemeClr val="dk1"/>
        </a:solidFill>
        <a:effectLst/>
      </p:bgPr>
    </p:bg>
    <p:spTree>
      <p:nvGrpSpPr>
        <p:cNvPr id="1" name="Shape 66"/>
        <p:cNvGrpSpPr/>
        <p:nvPr/>
      </p:nvGrpSpPr>
      <p:grpSpPr>
        <a:xfrm>
          <a:off x="0" y="0"/>
          <a:ext cx="0" cy="0"/>
          <a:chOff x="0" y="0"/>
          <a:chExt cx="0" cy="0"/>
        </a:xfrm>
      </p:grpSpPr>
      <p:sp>
        <p:nvSpPr>
          <p:cNvPr id="67" name="Google Shape;67;p9"/>
          <p:cNvSpPr/>
          <p:nvPr/>
        </p:nvSpPr>
        <p:spPr>
          <a:xfrm>
            <a:off x="3739350" y="4968929"/>
            <a:ext cx="16653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9"/>
          <p:cNvSpPr/>
          <p:nvPr/>
        </p:nvSpPr>
        <p:spPr>
          <a:xfrm>
            <a:off x="3739350" y="4720175"/>
            <a:ext cx="16653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p:nvPr/>
        </p:nvSpPr>
        <p:spPr>
          <a:xfrm>
            <a:off x="3546750" y="4803290"/>
            <a:ext cx="2050500" cy="125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200"/>
              <a:buFont typeface="Calibri"/>
              <a:buNone/>
              <a:defRPr sz="4200">
                <a:solidFill>
                  <a:srgbClr val="FFFFFF"/>
                </a:solidFill>
                <a:latin typeface="Calibri"/>
                <a:ea typeface="Calibri"/>
                <a:cs typeface="Calibri"/>
                <a:sym typeface="Calibri"/>
              </a:defRPr>
            </a:lvl1pPr>
            <a:lvl2pPr lvl="1"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2pPr>
            <a:lvl3pPr lvl="2"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3pPr>
            <a:lvl4pPr lvl="3"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4pPr>
            <a:lvl5pPr lvl="4"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5pPr>
            <a:lvl6pPr lvl="5"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6pPr>
            <a:lvl7pPr lvl="6"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7pPr>
            <a:lvl8pPr lvl="7"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8pPr>
            <a:lvl9pPr lvl="8"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9pPr>
          </a:lstStyle>
          <a:p>
            <a:endParaRPr/>
          </a:p>
        </p:txBody>
      </p:sp>
      <p:sp>
        <p:nvSpPr>
          <p:cNvPr id="71" name="Google Shape;71;p9"/>
          <p:cNvSpPr/>
          <p:nvPr/>
        </p:nvSpPr>
        <p:spPr>
          <a:xfrm>
            <a:off x="0" y="6850"/>
            <a:ext cx="311700" cy="1275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9"/>
          <p:cNvCxnSpPr/>
          <p:nvPr/>
        </p:nvCxnSpPr>
        <p:spPr>
          <a:xfrm>
            <a:off x="418325" y="0"/>
            <a:ext cx="0" cy="898500"/>
          </a:xfrm>
          <a:prstGeom prst="straightConnector1">
            <a:avLst/>
          </a:prstGeom>
          <a:noFill/>
          <a:ln w="38100" cap="flat" cmpd="sng">
            <a:solidFill>
              <a:schemeClr val="dk2"/>
            </a:solidFill>
            <a:prstDash val="solid"/>
            <a:round/>
            <a:headEnd type="none" w="med" len="med"/>
            <a:tailEnd type="none" w="med" len="med"/>
          </a:ln>
        </p:spPr>
      </p:cxnSp>
      <p:sp>
        <p:nvSpPr>
          <p:cNvPr id="73" name="Google Shape;73;p9"/>
          <p:cNvSpPr/>
          <p:nvPr/>
        </p:nvSpPr>
        <p:spPr>
          <a:xfrm rot="10800000">
            <a:off x="8832300" y="3861050"/>
            <a:ext cx="311700" cy="12756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 name="Google Shape;74;p9"/>
          <p:cNvCxnSpPr/>
          <p:nvPr/>
        </p:nvCxnSpPr>
        <p:spPr>
          <a:xfrm rot="10800000">
            <a:off x="8725675" y="4245000"/>
            <a:ext cx="0" cy="898500"/>
          </a:xfrm>
          <a:prstGeom prst="straightConnector1">
            <a:avLst/>
          </a:prstGeom>
          <a:noFill/>
          <a:ln w="38100" cap="flat" cmpd="sng">
            <a:solidFill>
              <a:schemeClr val="dk2"/>
            </a:solidFill>
            <a:prstDash val="solid"/>
            <a:round/>
            <a:headEnd type="none" w="med" len="med"/>
            <a:tailEnd type="none" w="med" len="med"/>
          </a:ln>
        </p:spPr>
      </p:cxnSp>
      <p:pic>
        <p:nvPicPr>
          <p:cNvPr id="75" name="Google Shape;75;p9"/>
          <p:cNvPicPr preferRelativeResize="0"/>
          <p:nvPr/>
        </p:nvPicPr>
        <p:blipFill>
          <a:blip r:embed="rId2">
            <a:alphaModFix/>
          </a:blip>
          <a:stretch>
            <a:fillRect/>
          </a:stretch>
        </p:blipFill>
        <p:spPr>
          <a:xfrm>
            <a:off x="4142725" y="4284950"/>
            <a:ext cx="858550" cy="8585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2">
  <p:cSld name="SECTION_HEADER_2_2">
    <p:bg>
      <p:bgPr>
        <a:solidFill>
          <a:schemeClr val="dk1"/>
        </a:solidFill>
        <a:effectLst/>
      </p:bgPr>
    </p:bg>
    <p:spTree>
      <p:nvGrpSpPr>
        <p:cNvPr id="1" name="Shape 76"/>
        <p:cNvGrpSpPr/>
        <p:nvPr/>
      </p:nvGrpSpPr>
      <p:grpSpPr>
        <a:xfrm>
          <a:off x="0" y="0"/>
          <a:ext cx="0" cy="0"/>
          <a:chOff x="0" y="0"/>
          <a:chExt cx="0" cy="0"/>
        </a:xfrm>
      </p:grpSpPr>
      <p:sp>
        <p:nvSpPr>
          <p:cNvPr id="77" name="Google Shape;77;p10"/>
          <p:cNvSpPr/>
          <p:nvPr/>
        </p:nvSpPr>
        <p:spPr>
          <a:xfrm>
            <a:off x="3739350" y="4968929"/>
            <a:ext cx="16653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0"/>
          <p:cNvSpPr/>
          <p:nvPr/>
        </p:nvSpPr>
        <p:spPr>
          <a:xfrm>
            <a:off x="3739350" y="4720175"/>
            <a:ext cx="16653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0"/>
          <p:cNvSpPr/>
          <p:nvPr/>
        </p:nvSpPr>
        <p:spPr>
          <a:xfrm>
            <a:off x="3546750" y="4803290"/>
            <a:ext cx="2050500" cy="125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200"/>
              <a:buFont typeface="Calibri"/>
              <a:buNone/>
              <a:defRPr sz="4200">
                <a:solidFill>
                  <a:schemeClr val="dk2"/>
                </a:solidFill>
                <a:latin typeface="Calibri"/>
                <a:ea typeface="Calibri"/>
                <a:cs typeface="Calibri"/>
                <a:sym typeface="Calibri"/>
              </a:defRPr>
            </a:lvl1pPr>
            <a:lvl2pPr lvl="1"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2pPr>
            <a:lvl3pPr lvl="2"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3pPr>
            <a:lvl4pPr lvl="3"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4pPr>
            <a:lvl5pPr lvl="4"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5pPr>
            <a:lvl6pPr lvl="5"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6pPr>
            <a:lvl7pPr lvl="6"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7pPr>
            <a:lvl8pPr lvl="7"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8pPr>
            <a:lvl9pPr lvl="8" algn="ctr" rtl="0">
              <a:spcBef>
                <a:spcPts val="0"/>
              </a:spcBef>
              <a:spcAft>
                <a:spcPts val="0"/>
              </a:spcAft>
              <a:buClr>
                <a:schemeClr val="dk2"/>
              </a:buClr>
              <a:buSzPts val="3800"/>
              <a:buFont typeface="Calibri"/>
              <a:buNone/>
              <a:defRPr sz="3800">
                <a:solidFill>
                  <a:schemeClr val="dk2"/>
                </a:solidFill>
                <a:latin typeface="Calibri"/>
                <a:ea typeface="Calibri"/>
                <a:cs typeface="Calibri"/>
                <a:sym typeface="Calibri"/>
              </a:defRPr>
            </a:lvl9pPr>
          </a:lstStyle>
          <a:p>
            <a:endParaRPr/>
          </a:p>
        </p:txBody>
      </p:sp>
      <p:sp>
        <p:nvSpPr>
          <p:cNvPr id="81" name="Google Shape;81;p10"/>
          <p:cNvSpPr/>
          <p:nvPr/>
        </p:nvSpPr>
        <p:spPr>
          <a:xfrm>
            <a:off x="0" y="6850"/>
            <a:ext cx="311700" cy="127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10"/>
          <p:cNvCxnSpPr/>
          <p:nvPr/>
        </p:nvCxnSpPr>
        <p:spPr>
          <a:xfrm>
            <a:off x="418325" y="0"/>
            <a:ext cx="0" cy="898500"/>
          </a:xfrm>
          <a:prstGeom prst="straightConnector1">
            <a:avLst/>
          </a:prstGeom>
          <a:noFill/>
          <a:ln w="38100" cap="flat" cmpd="sng">
            <a:solidFill>
              <a:schemeClr val="dk2"/>
            </a:solidFill>
            <a:prstDash val="solid"/>
            <a:round/>
            <a:headEnd type="none" w="med" len="med"/>
            <a:tailEnd type="none" w="med" len="med"/>
          </a:ln>
        </p:spPr>
      </p:cxnSp>
      <p:sp>
        <p:nvSpPr>
          <p:cNvPr id="83" name="Google Shape;83;p10"/>
          <p:cNvSpPr/>
          <p:nvPr/>
        </p:nvSpPr>
        <p:spPr>
          <a:xfrm rot="10800000">
            <a:off x="8832300" y="3861050"/>
            <a:ext cx="311700" cy="1275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4" name="Google Shape;84;p10"/>
          <p:cNvCxnSpPr/>
          <p:nvPr/>
        </p:nvCxnSpPr>
        <p:spPr>
          <a:xfrm rot="10800000">
            <a:off x="8725675" y="4245000"/>
            <a:ext cx="0" cy="898500"/>
          </a:xfrm>
          <a:prstGeom prst="straightConnector1">
            <a:avLst/>
          </a:prstGeom>
          <a:noFill/>
          <a:ln w="38100" cap="flat" cmpd="sng">
            <a:solidFill>
              <a:schemeClr val="dk2"/>
            </a:solidFill>
            <a:prstDash val="solid"/>
            <a:round/>
            <a:headEnd type="none" w="med" len="med"/>
            <a:tailEnd type="none" w="med" len="med"/>
          </a:ln>
        </p:spPr>
      </p:cxnSp>
      <p:pic>
        <p:nvPicPr>
          <p:cNvPr id="85" name="Google Shape;85;p10"/>
          <p:cNvPicPr preferRelativeResize="0"/>
          <p:nvPr/>
        </p:nvPicPr>
        <p:blipFill>
          <a:blip r:embed="rId2">
            <a:alphaModFix/>
          </a:blip>
          <a:stretch>
            <a:fillRect/>
          </a:stretch>
        </p:blipFill>
        <p:spPr>
          <a:xfrm>
            <a:off x="4142725" y="4284950"/>
            <a:ext cx="858550" cy="8585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3">
  <p:cSld name="SECTION_HEADER_2_3">
    <p:bg>
      <p:bgPr>
        <a:solidFill>
          <a:schemeClr val="lt1"/>
        </a:solidFill>
        <a:effectLst/>
      </p:bgPr>
    </p:bg>
    <p:spTree>
      <p:nvGrpSpPr>
        <p:cNvPr id="1" name="Shape 86"/>
        <p:cNvGrpSpPr/>
        <p:nvPr/>
      </p:nvGrpSpPr>
      <p:grpSpPr>
        <a:xfrm>
          <a:off x="0" y="0"/>
          <a:ext cx="0" cy="0"/>
          <a:chOff x="0" y="0"/>
          <a:chExt cx="0" cy="0"/>
        </a:xfrm>
      </p:grpSpPr>
      <p:sp>
        <p:nvSpPr>
          <p:cNvPr id="87" name="Google Shape;87;p11"/>
          <p:cNvSpPr/>
          <p:nvPr/>
        </p:nvSpPr>
        <p:spPr>
          <a:xfrm>
            <a:off x="3739350" y="4968929"/>
            <a:ext cx="16653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
          <p:cNvSpPr/>
          <p:nvPr/>
        </p:nvSpPr>
        <p:spPr>
          <a:xfrm>
            <a:off x="3739350" y="4720175"/>
            <a:ext cx="16653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1"/>
          <p:cNvSpPr/>
          <p:nvPr/>
        </p:nvSpPr>
        <p:spPr>
          <a:xfrm>
            <a:off x="3546750" y="4803290"/>
            <a:ext cx="2050500" cy="12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200"/>
              <a:buFont typeface="Calibri"/>
              <a:buNone/>
              <a:defRPr sz="4200">
                <a:solidFill>
                  <a:srgbClr val="FFFFFF"/>
                </a:solidFill>
                <a:latin typeface="Calibri"/>
                <a:ea typeface="Calibri"/>
                <a:cs typeface="Calibri"/>
                <a:sym typeface="Calibri"/>
              </a:defRPr>
            </a:lvl1pPr>
            <a:lvl2pPr lvl="1"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2pPr>
            <a:lvl3pPr lvl="2"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3pPr>
            <a:lvl4pPr lvl="3"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4pPr>
            <a:lvl5pPr lvl="4"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5pPr>
            <a:lvl6pPr lvl="5"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6pPr>
            <a:lvl7pPr lvl="6"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7pPr>
            <a:lvl8pPr lvl="7"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8pPr>
            <a:lvl9pPr lvl="8"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9pPr>
          </a:lstStyle>
          <a:p>
            <a:endParaRPr/>
          </a:p>
        </p:txBody>
      </p:sp>
      <p:sp>
        <p:nvSpPr>
          <p:cNvPr id="91" name="Google Shape;91;p11"/>
          <p:cNvSpPr/>
          <p:nvPr/>
        </p:nvSpPr>
        <p:spPr>
          <a:xfrm>
            <a:off x="0" y="6850"/>
            <a:ext cx="311700" cy="1275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2" name="Google Shape;92;p11"/>
          <p:cNvCxnSpPr/>
          <p:nvPr/>
        </p:nvCxnSpPr>
        <p:spPr>
          <a:xfrm>
            <a:off x="418325" y="0"/>
            <a:ext cx="0" cy="898500"/>
          </a:xfrm>
          <a:prstGeom prst="straightConnector1">
            <a:avLst/>
          </a:prstGeom>
          <a:noFill/>
          <a:ln w="38100" cap="flat" cmpd="sng">
            <a:solidFill>
              <a:schemeClr val="dk2"/>
            </a:solidFill>
            <a:prstDash val="solid"/>
            <a:round/>
            <a:headEnd type="none" w="med" len="med"/>
            <a:tailEnd type="none" w="med" len="med"/>
          </a:ln>
        </p:spPr>
      </p:cxnSp>
      <p:sp>
        <p:nvSpPr>
          <p:cNvPr id="93" name="Google Shape;93;p11"/>
          <p:cNvSpPr/>
          <p:nvPr/>
        </p:nvSpPr>
        <p:spPr>
          <a:xfrm rot="10800000">
            <a:off x="8832300" y="3861050"/>
            <a:ext cx="311700" cy="1275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 name="Google Shape;94;p11"/>
          <p:cNvCxnSpPr/>
          <p:nvPr/>
        </p:nvCxnSpPr>
        <p:spPr>
          <a:xfrm rot="10800000">
            <a:off x="8725675" y="4245000"/>
            <a:ext cx="0" cy="898500"/>
          </a:xfrm>
          <a:prstGeom prst="straightConnector1">
            <a:avLst/>
          </a:prstGeom>
          <a:noFill/>
          <a:ln w="38100" cap="flat" cmpd="sng">
            <a:solidFill>
              <a:schemeClr val="dk2"/>
            </a:solidFill>
            <a:prstDash val="solid"/>
            <a:round/>
            <a:headEnd type="none" w="med" len="med"/>
            <a:tailEnd type="none" w="med" len="med"/>
          </a:ln>
        </p:spPr>
      </p:cxnSp>
      <p:pic>
        <p:nvPicPr>
          <p:cNvPr id="95" name="Google Shape;95;p11"/>
          <p:cNvPicPr preferRelativeResize="0"/>
          <p:nvPr/>
        </p:nvPicPr>
        <p:blipFill>
          <a:blip r:embed="rId2">
            <a:alphaModFix/>
          </a:blip>
          <a:stretch>
            <a:fillRect/>
          </a:stretch>
        </p:blipFill>
        <p:spPr>
          <a:xfrm>
            <a:off x="4142725" y="4284950"/>
            <a:ext cx="858550" cy="8585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4">
  <p:cSld name="SECTION_HEADER_2_4">
    <p:bg>
      <p:bgPr>
        <a:solidFill>
          <a:schemeClr val="dk2"/>
        </a:solidFill>
        <a:effectLst/>
      </p:bgPr>
    </p:bg>
    <p:spTree>
      <p:nvGrpSpPr>
        <p:cNvPr id="1" name="Shape 96"/>
        <p:cNvGrpSpPr/>
        <p:nvPr/>
      </p:nvGrpSpPr>
      <p:grpSpPr>
        <a:xfrm>
          <a:off x="0" y="0"/>
          <a:ext cx="0" cy="0"/>
          <a:chOff x="0" y="0"/>
          <a:chExt cx="0" cy="0"/>
        </a:xfrm>
      </p:grpSpPr>
      <p:sp>
        <p:nvSpPr>
          <p:cNvPr id="97" name="Google Shape;97;p12"/>
          <p:cNvSpPr/>
          <p:nvPr/>
        </p:nvSpPr>
        <p:spPr>
          <a:xfrm>
            <a:off x="3739350" y="4968929"/>
            <a:ext cx="16653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2"/>
          <p:cNvSpPr/>
          <p:nvPr/>
        </p:nvSpPr>
        <p:spPr>
          <a:xfrm>
            <a:off x="3739350" y="4720175"/>
            <a:ext cx="16653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2"/>
          <p:cNvSpPr/>
          <p:nvPr/>
        </p:nvSpPr>
        <p:spPr>
          <a:xfrm>
            <a:off x="3546750" y="4803290"/>
            <a:ext cx="2050500" cy="12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4200"/>
              <a:buFont typeface="Calibri"/>
              <a:buNone/>
              <a:defRPr sz="4200">
                <a:solidFill>
                  <a:schemeClr val="lt1"/>
                </a:solidFill>
                <a:latin typeface="Calibri"/>
                <a:ea typeface="Calibri"/>
                <a:cs typeface="Calibri"/>
                <a:sym typeface="Calibri"/>
              </a:defRPr>
            </a:lvl1pPr>
            <a:lvl2pPr lvl="1"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2pPr>
            <a:lvl3pPr lvl="2"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3pPr>
            <a:lvl4pPr lvl="3"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4pPr>
            <a:lvl5pPr lvl="4"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5pPr>
            <a:lvl6pPr lvl="5"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6pPr>
            <a:lvl7pPr lvl="6"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7pPr>
            <a:lvl8pPr lvl="7"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8pPr>
            <a:lvl9pPr lvl="8" algn="ctr" rtl="0">
              <a:spcBef>
                <a:spcPts val="0"/>
              </a:spcBef>
              <a:spcAft>
                <a:spcPts val="0"/>
              </a:spcAft>
              <a:buClr>
                <a:schemeClr val="lt1"/>
              </a:buClr>
              <a:buSzPts val="3800"/>
              <a:buFont typeface="Calibri"/>
              <a:buNone/>
              <a:defRPr sz="3800">
                <a:solidFill>
                  <a:schemeClr val="lt1"/>
                </a:solidFill>
                <a:latin typeface="Calibri"/>
                <a:ea typeface="Calibri"/>
                <a:cs typeface="Calibri"/>
                <a:sym typeface="Calibri"/>
              </a:defRPr>
            </a:lvl9pPr>
          </a:lstStyle>
          <a:p>
            <a:endParaRPr/>
          </a:p>
        </p:txBody>
      </p:sp>
      <p:sp>
        <p:nvSpPr>
          <p:cNvPr id="101" name="Google Shape;101;p12"/>
          <p:cNvSpPr/>
          <p:nvPr/>
        </p:nvSpPr>
        <p:spPr>
          <a:xfrm>
            <a:off x="0" y="0"/>
            <a:ext cx="311700" cy="1275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2" name="Google Shape;102;p12"/>
          <p:cNvCxnSpPr/>
          <p:nvPr/>
        </p:nvCxnSpPr>
        <p:spPr>
          <a:xfrm>
            <a:off x="418325" y="0"/>
            <a:ext cx="0" cy="898500"/>
          </a:xfrm>
          <a:prstGeom prst="straightConnector1">
            <a:avLst/>
          </a:prstGeom>
          <a:noFill/>
          <a:ln w="38100" cap="flat" cmpd="sng">
            <a:solidFill>
              <a:schemeClr val="dk1"/>
            </a:solidFill>
            <a:prstDash val="solid"/>
            <a:round/>
            <a:headEnd type="none" w="med" len="med"/>
            <a:tailEnd type="none" w="med" len="med"/>
          </a:ln>
        </p:spPr>
      </p:cxnSp>
      <p:sp>
        <p:nvSpPr>
          <p:cNvPr id="103" name="Google Shape;103;p12"/>
          <p:cNvSpPr/>
          <p:nvPr/>
        </p:nvSpPr>
        <p:spPr>
          <a:xfrm rot="10800000">
            <a:off x="8832300" y="3861050"/>
            <a:ext cx="311700" cy="1275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4" name="Google Shape;104;p12"/>
          <p:cNvCxnSpPr/>
          <p:nvPr/>
        </p:nvCxnSpPr>
        <p:spPr>
          <a:xfrm rot="10800000">
            <a:off x="8725675" y="4245000"/>
            <a:ext cx="0" cy="898500"/>
          </a:xfrm>
          <a:prstGeom prst="straightConnector1">
            <a:avLst/>
          </a:prstGeom>
          <a:noFill/>
          <a:ln w="38100" cap="flat" cmpd="sng">
            <a:solidFill>
              <a:schemeClr val="dk1"/>
            </a:solidFill>
            <a:prstDash val="solid"/>
            <a:round/>
            <a:headEnd type="none" w="med" len="med"/>
            <a:tailEnd type="none" w="med" len="med"/>
          </a:ln>
        </p:spPr>
      </p:cxnSp>
      <p:pic>
        <p:nvPicPr>
          <p:cNvPr id="105" name="Google Shape;105;p12"/>
          <p:cNvPicPr preferRelativeResize="0"/>
          <p:nvPr/>
        </p:nvPicPr>
        <p:blipFill>
          <a:blip r:embed="rId2">
            <a:alphaModFix/>
          </a:blip>
          <a:stretch>
            <a:fillRect/>
          </a:stretch>
        </p:blipFill>
        <p:spPr>
          <a:xfrm>
            <a:off x="4142725" y="4284950"/>
            <a:ext cx="858550" cy="8585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meline">
  <p:cSld name="SECTION_HEADER_2_1">
    <p:bg>
      <p:bgPr>
        <a:solidFill>
          <a:schemeClr val="dk1"/>
        </a:solidFill>
        <a:effectLst/>
      </p:bgPr>
    </p:bg>
    <p:spTree>
      <p:nvGrpSpPr>
        <p:cNvPr id="1" name="Shape 106"/>
        <p:cNvGrpSpPr/>
        <p:nvPr/>
      </p:nvGrpSpPr>
      <p:grpSpPr>
        <a:xfrm>
          <a:off x="0" y="0"/>
          <a:ext cx="0" cy="0"/>
          <a:chOff x="0" y="0"/>
          <a:chExt cx="0" cy="0"/>
        </a:xfrm>
      </p:grpSpPr>
      <p:sp>
        <p:nvSpPr>
          <p:cNvPr id="107" name="Google Shape;107;p13"/>
          <p:cNvSpPr/>
          <p:nvPr/>
        </p:nvSpPr>
        <p:spPr>
          <a:xfrm>
            <a:off x="6850" y="2338575"/>
            <a:ext cx="9144000" cy="28050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8" name="Google Shape;108;p13"/>
          <p:cNvCxnSpPr/>
          <p:nvPr/>
        </p:nvCxnSpPr>
        <p:spPr>
          <a:xfrm rot="10800000">
            <a:off x="-6800" y="722250"/>
            <a:ext cx="1213800" cy="0"/>
          </a:xfrm>
          <a:prstGeom prst="straightConnector1">
            <a:avLst/>
          </a:prstGeom>
          <a:noFill/>
          <a:ln w="38100" cap="flat" cmpd="sng">
            <a:solidFill>
              <a:schemeClr val="accent1"/>
            </a:solidFill>
            <a:prstDash val="solid"/>
            <a:round/>
            <a:headEnd type="none" w="med" len="med"/>
            <a:tailEnd type="none" w="med" len="med"/>
          </a:ln>
        </p:spPr>
      </p:cxnSp>
      <p:grpSp>
        <p:nvGrpSpPr>
          <p:cNvPr id="109" name="Google Shape;109;p13"/>
          <p:cNvGrpSpPr/>
          <p:nvPr/>
        </p:nvGrpSpPr>
        <p:grpSpPr>
          <a:xfrm>
            <a:off x="645825" y="1747450"/>
            <a:ext cx="7852350" cy="1188525"/>
            <a:chOff x="848125" y="800325"/>
            <a:chExt cx="7852350" cy="1188525"/>
          </a:xfrm>
        </p:grpSpPr>
        <p:cxnSp>
          <p:nvCxnSpPr>
            <p:cNvPr id="110" name="Google Shape;110;p13"/>
            <p:cNvCxnSpPr/>
            <p:nvPr/>
          </p:nvCxnSpPr>
          <p:spPr>
            <a:xfrm rot="10800000">
              <a:off x="1953700" y="1383225"/>
              <a:ext cx="5994000" cy="0"/>
            </a:xfrm>
            <a:prstGeom prst="straightConnector1">
              <a:avLst/>
            </a:prstGeom>
            <a:noFill/>
            <a:ln w="76200" cap="flat" cmpd="sng">
              <a:solidFill>
                <a:schemeClr val="accent1"/>
              </a:solidFill>
              <a:prstDash val="solid"/>
              <a:round/>
              <a:headEnd type="none" w="med" len="med"/>
              <a:tailEnd type="none" w="med" len="med"/>
            </a:ln>
          </p:spPr>
        </p:cxnSp>
        <p:grpSp>
          <p:nvGrpSpPr>
            <p:cNvPr id="111" name="Google Shape;111;p13"/>
            <p:cNvGrpSpPr/>
            <p:nvPr/>
          </p:nvGrpSpPr>
          <p:grpSpPr>
            <a:xfrm>
              <a:off x="848125" y="823050"/>
              <a:ext cx="1181775" cy="1165800"/>
              <a:chOff x="3989100" y="1988850"/>
              <a:chExt cx="1181775" cy="1165800"/>
            </a:xfrm>
          </p:grpSpPr>
          <p:sp>
            <p:nvSpPr>
              <p:cNvPr id="112" name="Google Shape;112;p13"/>
              <p:cNvSpPr/>
              <p:nvPr/>
            </p:nvSpPr>
            <p:spPr>
              <a:xfrm>
                <a:off x="3989100" y="1988850"/>
                <a:ext cx="1165800" cy="1165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p13"/>
              <p:cNvSpPr txBox="1"/>
              <p:nvPr/>
            </p:nvSpPr>
            <p:spPr>
              <a:xfrm>
                <a:off x="4005075" y="2071875"/>
                <a:ext cx="1165800" cy="954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chemeClr val="dk2"/>
                    </a:solidFill>
                    <a:latin typeface="Calibri"/>
                    <a:ea typeface="Calibri"/>
                    <a:cs typeface="Calibri"/>
                    <a:sym typeface="Calibri"/>
                  </a:rPr>
                  <a:t>01</a:t>
                </a:r>
                <a:endParaRPr sz="5000">
                  <a:solidFill>
                    <a:schemeClr val="dk2"/>
                  </a:solidFill>
                  <a:latin typeface="Calibri"/>
                  <a:ea typeface="Calibri"/>
                  <a:cs typeface="Calibri"/>
                  <a:sym typeface="Calibri"/>
                </a:endParaRPr>
              </a:p>
            </p:txBody>
          </p:sp>
        </p:grpSp>
        <p:grpSp>
          <p:nvGrpSpPr>
            <p:cNvPr id="114" name="Google Shape;114;p13"/>
            <p:cNvGrpSpPr/>
            <p:nvPr/>
          </p:nvGrpSpPr>
          <p:grpSpPr>
            <a:xfrm>
              <a:off x="3071650" y="800325"/>
              <a:ext cx="1181775" cy="1165800"/>
              <a:chOff x="3989100" y="1988850"/>
              <a:chExt cx="1181775" cy="1165800"/>
            </a:xfrm>
          </p:grpSpPr>
          <p:sp>
            <p:nvSpPr>
              <p:cNvPr id="115" name="Google Shape;115;p13"/>
              <p:cNvSpPr/>
              <p:nvPr/>
            </p:nvSpPr>
            <p:spPr>
              <a:xfrm>
                <a:off x="3989100" y="1988850"/>
                <a:ext cx="1165800" cy="1165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3"/>
              <p:cNvSpPr txBox="1"/>
              <p:nvPr/>
            </p:nvSpPr>
            <p:spPr>
              <a:xfrm>
                <a:off x="4005075" y="2071875"/>
                <a:ext cx="1165800" cy="954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chemeClr val="dk2"/>
                    </a:solidFill>
                    <a:latin typeface="Calibri"/>
                    <a:ea typeface="Calibri"/>
                    <a:cs typeface="Calibri"/>
                    <a:sym typeface="Calibri"/>
                  </a:rPr>
                  <a:t>02</a:t>
                </a:r>
                <a:endParaRPr sz="5000">
                  <a:solidFill>
                    <a:schemeClr val="dk2"/>
                  </a:solidFill>
                  <a:latin typeface="Calibri"/>
                  <a:ea typeface="Calibri"/>
                  <a:cs typeface="Calibri"/>
                  <a:sym typeface="Calibri"/>
                </a:endParaRPr>
              </a:p>
            </p:txBody>
          </p:sp>
        </p:grpSp>
        <p:grpSp>
          <p:nvGrpSpPr>
            <p:cNvPr id="117" name="Google Shape;117;p13"/>
            <p:cNvGrpSpPr/>
            <p:nvPr/>
          </p:nvGrpSpPr>
          <p:grpSpPr>
            <a:xfrm>
              <a:off x="5295175" y="800325"/>
              <a:ext cx="1181775" cy="1165800"/>
              <a:chOff x="3989100" y="1988850"/>
              <a:chExt cx="1181775" cy="1165800"/>
            </a:xfrm>
          </p:grpSpPr>
          <p:sp>
            <p:nvSpPr>
              <p:cNvPr id="118" name="Google Shape;118;p13"/>
              <p:cNvSpPr/>
              <p:nvPr/>
            </p:nvSpPr>
            <p:spPr>
              <a:xfrm>
                <a:off x="3989100" y="1988850"/>
                <a:ext cx="1165800" cy="1165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13"/>
              <p:cNvSpPr txBox="1"/>
              <p:nvPr/>
            </p:nvSpPr>
            <p:spPr>
              <a:xfrm>
                <a:off x="4005075" y="2071875"/>
                <a:ext cx="1165800" cy="954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chemeClr val="dk2"/>
                    </a:solidFill>
                    <a:latin typeface="Calibri"/>
                    <a:ea typeface="Calibri"/>
                    <a:cs typeface="Calibri"/>
                    <a:sym typeface="Calibri"/>
                  </a:rPr>
                  <a:t>03</a:t>
                </a:r>
                <a:endParaRPr sz="5000">
                  <a:solidFill>
                    <a:schemeClr val="dk2"/>
                  </a:solidFill>
                  <a:latin typeface="Calibri"/>
                  <a:ea typeface="Calibri"/>
                  <a:cs typeface="Calibri"/>
                  <a:sym typeface="Calibri"/>
                </a:endParaRPr>
              </a:p>
            </p:txBody>
          </p:sp>
        </p:grpSp>
        <p:grpSp>
          <p:nvGrpSpPr>
            <p:cNvPr id="120" name="Google Shape;120;p13"/>
            <p:cNvGrpSpPr/>
            <p:nvPr/>
          </p:nvGrpSpPr>
          <p:grpSpPr>
            <a:xfrm>
              <a:off x="7518700" y="800325"/>
              <a:ext cx="1181775" cy="1165800"/>
              <a:chOff x="3989100" y="1988850"/>
              <a:chExt cx="1181775" cy="1165800"/>
            </a:xfrm>
          </p:grpSpPr>
          <p:sp>
            <p:nvSpPr>
              <p:cNvPr id="121" name="Google Shape;121;p13"/>
              <p:cNvSpPr/>
              <p:nvPr/>
            </p:nvSpPr>
            <p:spPr>
              <a:xfrm>
                <a:off x="3989100" y="1988850"/>
                <a:ext cx="1165800" cy="1165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 name="Google Shape;122;p13"/>
              <p:cNvSpPr txBox="1"/>
              <p:nvPr/>
            </p:nvSpPr>
            <p:spPr>
              <a:xfrm>
                <a:off x="4005075" y="2071875"/>
                <a:ext cx="1165800" cy="954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0">
                    <a:solidFill>
                      <a:schemeClr val="dk2"/>
                    </a:solidFill>
                    <a:latin typeface="Calibri"/>
                    <a:ea typeface="Calibri"/>
                    <a:cs typeface="Calibri"/>
                    <a:sym typeface="Calibri"/>
                  </a:rPr>
                  <a:t>04</a:t>
                </a:r>
                <a:endParaRPr sz="5000">
                  <a:solidFill>
                    <a:schemeClr val="dk2"/>
                  </a:solidFill>
                  <a:latin typeface="Calibri"/>
                  <a:ea typeface="Calibri"/>
                  <a:cs typeface="Calibri"/>
                  <a:sym typeface="Calibri"/>
                </a:endParaRPr>
              </a:p>
            </p:txBody>
          </p:sp>
        </p:grpSp>
      </p:grpSp>
      <p:sp>
        <p:nvSpPr>
          <p:cNvPr id="123" name="Google Shape;123;p13"/>
          <p:cNvSpPr txBox="1">
            <a:spLocks noGrp="1"/>
          </p:cNvSpPr>
          <p:nvPr>
            <p:ph type="title"/>
          </p:nvPr>
        </p:nvSpPr>
        <p:spPr>
          <a:xfrm>
            <a:off x="311700" y="3013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cxnSp>
        <p:nvCxnSpPr>
          <p:cNvPr id="124" name="Google Shape;124;p13"/>
          <p:cNvCxnSpPr/>
          <p:nvPr/>
        </p:nvCxnSpPr>
        <p:spPr>
          <a:xfrm rot="10800000">
            <a:off x="7930200" y="722250"/>
            <a:ext cx="1213800" cy="0"/>
          </a:xfrm>
          <a:prstGeom prst="straightConnector1">
            <a:avLst/>
          </a:prstGeom>
          <a:noFill/>
          <a:ln w="38100" cap="flat" cmpd="sng">
            <a:solidFill>
              <a:schemeClr val="accent1"/>
            </a:solidFill>
            <a:prstDash val="solid"/>
            <a:round/>
            <a:headEnd type="none" w="med" len="med"/>
            <a:tailEnd type="none" w="med" len="med"/>
          </a:ln>
        </p:spPr>
      </p:cxnSp>
      <p:sp>
        <p:nvSpPr>
          <p:cNvPr id="125" name="Google Shape;125;p13"/>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 name="Google Shape;128;p13"/>
          <p:cNvPicPr preferRelativeResize="0"/>
          <p:nvPr/>
        </p:nvPicPr>
        <p:blipFill>
          <a:blip r:embed="rId2">
            <a:alphaModFix/>
          </a:blip>
          <a:stretch>
            <a:fillRect/>
          </a:stretch>
        </p:blipFill>
        <p:spPr>
          <a:xfrm>
            <a:off x="0" y="4689650"/>
            <a:ext cx="457200" cy="457200"/>
          </a:xfrm>
          <a:prstGeom prst="rect">
            <a:avLst/>
          </a:prstGeom>
          <a:noFill/>
          <a:ln>
            <a:noFill/>
          </a:ln>
        </p:spPr>
      </p:pic>
      <p:sp>
        <p:nvSpPr>
          <p:cNvPr id="129" name="Google Shape;129;p13"/>
          <p:cNvSpPr txBox="1">
            <a:spLocks noGrp="1"/>
          </p:cNvSpPr>
          <p:nvPr>
            <p:ph type="subTitle" idx="1"/>
          </p:nvPr>
        </p:nvSpPr>
        <p:spPr>
          <a:xfrm>
            <a:off x="651500" y="2955800"/>
            <a:ext cx="1152300" cy="253800"/>
          </a:xfrm>
          <a:prstGeom prst="rect">
            <a:avLst/>
          </a:prstGeom>
        </p:spPr>
        <p:txBody>
          <a:bodyPr spcFirstLastPara="1" wrap="square" lIns="91425" tIns="91425" rIns="91425" bIns="91425" anchor="t" anchorCtr="0">
            <a:noAutofit/>
          </a:bodyPr>
          <a:lstStyle>
            <a:lvl1pPr lvl="0">
              <a:spcBef>
                <a:spcPts val="0"/>
              </a:spcBef>
              <a:spcAft>
                <a:spcPts val="0"/>
              </a:spcAft>
              <a:buSzPts val="1800"/>
              <a:buFont typeface="Calibri"/>
              <a:buNone/>
              <a:defRPr>
                <a:latin typeface="Calibri"/>
                <a:ea typeface="Calibri"/>
                <a:cs typeface="Calibri"/>
                <a:sym typeface="Calibri"/>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130" name="Google Shape;130;p13"/>
          <p:cNvSpPr txBox="1">
            <a:spLocks noGrp="1"/>
          </p:cNvSpPr>
          <p:nvPr>
            <p:ph type="subTitle" idx="2"/>
          </p:nvPr>
        </p:nvSpPr>
        <p:spPr>
          <a:xfrm>
            <a:off x="2881875" y="2955800"/>
            <a:ext cx="1152300" cy="253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a:latin typeface="Calibri"/>
                <a:ea typeface="Calibri"/>
                <a:cs typeface="Calibri"/>
                <a:sym typeface="Calibri"/>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31" name="Google Shape;131;p13"/>
          <p:cNvSpPr txBox="1">
            <a:spLocks noGrp="1"/>
          </p:cNvSpPr>
          <p:nvPr>
            <p:ph type="subTitle" idx="3"/>
          </p:nvPr>
        </p:nvSpPr>
        <p:spPr>
          <a:xfrm>
            <a:off x="5112250" y="2955800"/>
            <a:ext cx="1152300" cy="253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a:latin typeface="Calibri"/>
                <a:ea typeface="Calibri"/>
                <a:cs typeface="Calibri"/>
                <a:sym typeface="Calibri"/>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132" name="Google Shape;132;p13"/>
          <p:cNvSpPr txBox="1">
            <a:spLocks noGrp="1"/>
          </p:cNvSpPr>
          <p:nvPr>
            <p:ph type="subTitle" idx="4"/>
          </p:nvPr>
        </p:nvSpPr>
        <p:spPr>
          <a:xfrm>
            <a:off x="7342625" y="2955800"/>
            <a:ext cx="1152300" cy="2538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Font typeface="Calibri"/>
              <a:buNone/>
              <a:defRPr>
                <a:latin typeface="Calibri"/>
                <a:ea typeface="Calibri"/>
                <a:cs typeface="Calibri"/>
                <a:sym typeface="Calibri"/>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1">
  <p:cSld name="SECTION_HEADER_2_1_2">
    <p:bg>
      <p:bgPr>
        <a:solidFill>
          <a:schemeClr val="dk1"/>
        </a:solidFill>
        <a:effectLst/>
      </p:bgPr>
    </p:bg>
    <p:spTree>
      <p:nvGrpSpPr>
        <p:cNvPr id="1" name="Shape 133"/>
        <p:cNvGrpSpPr/>
        <p:nvPr/>
      </p:nvGrpSpPr>
      <p:grpSpPr>
        <a:xfrm>
          <a:off x="0" y="0"/>
          <a:ext cx="0" cy="0"/>
          <a:chOff x="0" y="0"/>
          <a:chExt cx="0" cy="0"/>
        </a:xfrm>
      </p:grpSpPr>
      <p:sp>
        <p:nvSpPr>
          <p:cNvPr id="134" name="Google Shape;134;p14"/>
          <p:cNvSpPr/>
          <p:nvPr/>
        </p:nvSpPr>
        <p:spPr>
          <a:xfrm>
            <a:off x="6850" y="1405900"/>
            <a:ext cx="9144000" cy="3737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5" name="Google Shape;135;p14"/>
          <p:cNvCxnSpPr/>
          <p:nvPr/>
        </p:nvCxnSpPr>
        <p:spPr>
          <a:xfrm rot="10800000">
            <a:off x="-3375" y="700925"/>
            <a:ext cx="569100" cy="0"/>
          </a:xfrm>
          <a:prstGeom prst="straightConnector1">
            <a:avLst/>
          </a:prstGeom>
          <a:noFill/>
          <a:ln w="38100" cap="flat" cmpd="sng">
            <a:solidFill>
              <a:schemeClr val="accent1"/>
            </a:solidFill>
            <a:prstDash val="solid"/>
            <a:round/>
            <a:headEnd type="none" w="med" len="med"/>
            <a:tailEnd type="none" w="med" len="med"/>
          </a:ln>
        </p:spPr>
      </p:cxnSp>
      <p:sp>
        <p:nvSpPr>
          <p:cNvPr id="136" name="Google Shape;136;p14"/>
          <p:cNvSpPr txBox="1">
            <a:spLocks noGrp="1"/>
          </p:cNvSpPr>
          <p:nvPr>
            <p:ph type="title"/>
          </p:nvPr>
        </p:nvSpPr>
        <p:spPr>
          <a:xfrm>
            <a:off x="476575" y="280025"/>
            <a:ext cx="63801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cxnSp>
        <p:nvCxnSpPr>
          <p:cNvPr id="137" name="Google Shape;137;p14"/>
          <p:cNvCxnSpPr/>
          <p:nvPr/>
        </p:nvCxnSpPr>
        <p:spPr>
          <a:xfrm rot="10800000">
            <a:off x="6772275" y="700925"/>
            <a:ext cx="2375100" cy="0"/>
          </a:xfrm>
          <a:prstGeom prst="straightConnector1">
            <a:avLst/>
          </a:prstGeom>
          <a:noFill/>
          <a:ln w="38100" cap="flat" cmpd="sng">
            <a:solidFill>
              <a:schemeClr val="accent1"/>
            </a:solidFill>
            <a:prstDash val="solid"/>
            <a:round/>
            <a:headEnd type="none" w="med" len="med"/>
            <a:tailEnd type="none" w="med" len="med"/>
          </a:ln>
        </p:spPr>
      </p:cxnSp>
      <p:sp>
        <p:nvSpPr>
          <p:cNvPr id="138" name="Google Shape;138;p14"/>
          <p:cNvSpPr txBox="1">
            <a:spLocks noGrp="1"/>
          </p:cNvSpPr>
          <p:nvPr>
            <p:ph type="body" idx="1"/>
          </p:nvPr>
        </p:nvSpPr>
        <p:spPr>
          <a:xfrm>
            <a:off x="473200" y="1488175"/>
            <a:ext cx="8284500" cy="35526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Clr>
                <a:schemeClr val="dk1"/>
              </a:buClr>
              <a:buSzPts val="1400"/>
              <a:buChar char="■"/>
              <a:defRPr>
                <a:solidFill>
                  <a:schemeClr val="dk1"/>
                </a:solidFill>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39" name="Google Shape;139;p14"/>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4"/>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4"/>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2" name="Google Shape;142;p14"/>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genda 2">
  <p:cSld name="SECTION_HEADER_2_1_2_1">
    <p:bg>
      <p:bgPr>
        <a:solidFill>
          <a:schemeClr val="accent1"/>
        </a:solidFill>
        <a:effectLst/>
      </p:bgPr>
    </p:bg>
    <p:spTree>
      <p:nvGrpSpPr>
        <p:cNvPr id="1" name="Shape 143"/>
        <p:cNvGrpSpPr/>
        <p:nvPr/>
      </p:nvGrpSpPr>
      <p:grpSpPr>
        <a:xfrm>
          <a:off x="0" y="0"/>
          <a:ext cx="0" cy="0"/>
          <a:chOff x="0" y="0"/>
          <a:chExt cx="0" cy="0"/>
        </a:xfrm>
      </p:grpSpPr>
      <p:sp>
        <p:nvSpPr>
          <p:cNvPr id="144" name="Google Shape;144;p15"/>
          <p:cNvSpPr/>
          <p:nvPr/>
        </p:nvSpPr>
        <p:spPr>
          <a:xfrm>
            <a:off x="6850" y="1405900"/>
            <a:ext cx="9144000" cy="3737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5" name="Google Shape;145;p15"/>
          <p:cNvCxnSpPr/>
          <p:nvPr/>
        </p:nvCxnSpPr>
        <p:spPr>
          <a:xfrm rot="10800000">
            <a:off x="-3375" y="700925"/>
            <a:ext cx="569100" cy="0"/>
          </a:xfrm>
          <a:prstGeom prst="straightConnector1">
            <a:avLst/>
          </a:prstGeom>
          <a:noFill/>
          <a:ln w="38100" cap="flat" cmpd="sng">
            <a:solidFill>
              <a:schemeClr val="dk1"/>
            </a:solidFill>
            <a:prstDash val="solid"/>
            <a:round/>
            <a:headEnd type="none" w="med" len="med"/>
            <a:tailEnd type="none" w="med" len="med"/>
          </a:ln>
        </p:spPr>
      </p:cxnSp>
      <p:sp>
        <p:nvSpPr>
          <p:cNvPr id="146" name="Google Shape;146;p15"/>
          <p:cNvSpPr txBox="1">
            <a:spLocks noGrp="1"/>
          </p:cNvSpPr>
          <p:nvPr>
            <p:ph type="title"/>
          </p:nvPr>
        </p:nvSpPr>
        <p:spPr>
          <a:xfrm>
            <a:off x="476575" y="280025"/>
            <a:ext cx="63801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cxnSp>
        <p:nvCxnSpPr>
          <p:cNvPr id="147" name="Google Shape;147;p15"/>
          <p:cNvCxnSpPr/>
          <p:nvPr/>
        </p:nvCxnSpPr>
        <p:spPr>
          <a:xfrm rot="10800000">
            <a:off x="6772275" y="700925"/>
            <a:ext cx="2375100" cy="0"/>
          </a:xfrm>
          <a:prstGeom prst="straightConnector1">
            <a:avLst/>
          </a:prstGeom>
          <a:noFill/>
          <a:ln w="38100" cap="flat" cmpd="sng">
            <a:solidFill>
              <a:schemeClr val="dk1"/>
            </a:solidFill>
            <a:prstDash val="solid"/>
            <a:round/>
            <a:headEnd type="none" w="med" len="med"/>
            <a:tailEnd type="none" w="med" len="med"/>
          </a:ln>
        </p:spPr>
      </p:cxnSp>
      <p:sp>
        <p:nvSpPr>
          <p:cNvPr id="148" name="Google Shape;148;p15"/>
          <p:cNvSpPr txBox="1">
            <a:spLocks noGrp="1"/>
          </p:cNvSpPr>
          <p:nvPr>
            <p:ph type="body" idx="1"/>
          </p:nvPr>
        </p:nvSpPr>
        <p:spPr>
          <a:xfrm>
            <a:off x="473200" y="1488175"/>
            <a:ext cx="8284500" cy="35526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Clr>
                <a:schemeClr val="dk1"/>
              </a:buClr>
              <a:buSzPts val="1400"/>
              <a:buChar char="❏"/>
              <a:defRPr>
                <a:solidFill>
                  <a:schemeClr val="dk1"/>
                </a:solidFill>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49" name="Google Shape;149;p15"/>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15"/>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genda 3">
  <p:cSld name="SECTION_HEADER_2_1_2_1_1">
    <p:bg>
      <p:bgPr>
        <a:solidFill>
          <a:schemeClr val="lt1"/>
        </a:solidFill>
        <a:effectLst/>
      </p:bgPr>
    </p:bg>
    <p:spTree>
      <p:nvGrpSpPr>
        <p:cNvPr id="1" name="Shape 153"/>
        <p:cNvGrpSpPr/>
        <p:nvPr/>
      </p:nvGrpSpPr>
      <p:grpSpPr>
        <a:xfrm>
          <a:off x="0" y="0"/>
          <a:ext cx="0" cy="0"/>
          <a:chOff x="0" y="0"/>
          <a:chExt cx="0" cy="0"/>
        </a:xfrm>
      </p:grpSpPr>
      <p:sp>
        <p:nvSpPr>
          <p:cNvPr id="154" name="Google Shape;154;p16"/>
          <p:cNvSpPr/>
          <p:nvPr/>
        </p:nvSpPr>
        <p:spPr>
          <a:xfrm>
            <a:off x="6850" y="1405900"/>
            <a:ext cx="9144000" cy="3737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5" name="Google Shape;155;p16"/>
          <p:cNvCxnSpPr/>
          <p:nvPr/>
        </p:nvCxnSpPr>
        <p:spPr>
          <a:xfrm rot="10800000">
            <a:off x="-3375" y="700925"/>
            <a:ext cx="569100" cy="0"/>
          </a:xfrm>
          <a:prstGeom prst="straightConnector1">
            <a:avLst/>
          </a:prstGeom>
          <a:noFill/>
          <a:ln w="38100" cap="flat" cmpd="sng">
            <a:solidFill>
              <a:schemeClr val="dk1"/>
            </a:solidFill>
            <a:prstDash val="solid"/>
            <a:round/>
            <a:headEnd type="none" w="med" len="med"/>
            <a:tailEnd type="none" w="med" len="med"/>
          </a:ln>
        </p:spPr>
      </p:cxnSp>
      <p:sp>
        <p:nvSpPr>
          <p:cNvPr id="156" name="Google Shape;156;p16"/>
          <p:cNvSpPr txBox="1">
            <a:spLocks noGrp="1"/>
          </p:cNvSpPr>
          <p:nvPr>
            <p:ph type="title"/>
          </p:nvPr>
        </p:nvSpPr>
        <p:spPr>
          <a:xfrm>
            <a:off x="476575" y="280025"/>
            <a:ext cx="63801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cxnSp>
        <p:nvCxnSpPr>
          <p:cNvPr id="157" name="Google Shape;157;p16"/>
          <p:cNvCxnSpPr/>
          <p:nvPr/>
        </p:nvCxnSpPr>
        <p:spPr>
          <a:xfrm rot="10800000">
            <a:off x="6772275" y="700925"/>
            <a:ext cx="2375100" cy="0"/>
          </a:xfrm>
          <a:prstGeom prst="straightConnector1">
            <a:avLst/>
          </a:prstGeom>
          <a:noFill/>
          <a:ln w="38100" cap="flat" cmpd="sng">
            <a:solidFill>
              <a:schemeClr val="dk1"/>
            </a:solidFill>
            <a:prstDash val="solid"/>
            <a:round/>
            <a:headEnd type="none" w="med" len="med"/>
            <a:tailEnd type="none" w="med" len="med"/>
          </a:ln>
        </p:spPr>
      </p:cxnSp>
      <p:sp>
        <p:nvSpPr>
          <p:cNvPr id="158" name="Google Shape;158;p16"/>
          <p:cNvSpPr txBox="1">
            <a:spLocks noGrp="1"/>
          </p:cNvSpPr>
          <p:nvPr>
            <p:ph type="body" idx="1"/>
          </p:nvPr>
        </p:nvSpPr>
        <p:spPr>
          <a:xfrm>
            <a:off x="473200" y="1488175"/>
            <a:ext cx="8284500" cy="35526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Clr>
                <a:schemeClr val="dk1"/>
              </a:buClr>
              <a:buSzPts val="1400"/>
              <a:buChar char="❏"/>
              <a:defRPr>
                <a:solidFill>
                  <a:schemeClr val="dk1"/>
                </a:solidFill>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59" name="Google Shape;159;p16"/>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6"/>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6"/>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2" name="Google Shape;162;p16"/>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4">
  <p:cSld name="SECTION_HEADER_2_1_2_1_1_1">
    <p:bg>
      <p:bgPr>
        <a:solidFill>
          <a:schemeClr val="lt1"/>
        </a:solidFill>
        <a:effectLst/>
      </p:bgPr>
    </p:bg>
    <p:spTree>
      <p:nvGrpSpPr>
        <p:cNvPr id="1" name="Shape 163"/>
        <p:cNvGrpSpPr/>
        <p:nvPr/>
      </p:nvGrpSpPr>
      <p:grpSpPr>
        <a:xfrm>
          <a:off x="0" y="0"/>
          <a:ext cx="0" cy="0"/>
          <a:chOff x="0" y="0"/>
          <a:chExt cx="0" cy="0"/>
        </a:xfrm>
      </p:grpSpPr>
      <p:sp>
        <p:nvSpPr>
          <p:cNvPr id="164" name="Google Shape;164;p17"/>
          <p:cNvSpPr/>
          <p:nvPr/>
        </p:nvSpPr>
        <p:spPr>
          <a:xfrm>
            <a:off x="6850" y="1405900"/>
            <a:ext cx="9144000" cy="37377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5" name="Google Shape;165;p17"/>
          <p:cNvCxnSpPr/>
          <p:nvPr/>
        </p:nvCxnSpPr>
        <p:spPr>
          <a:xfrm rot="10800000">
            <a:off x="-3375" y="700925"/>
            <a:ext cx="569100" cy="0"/>
          </a:xfrm>
          <a:prstGeom prst="straightConnector1">
            <a:avLst/>
          </a:prstGeom>
          <a:noFill/>
          <a:ln w="38100" cap="flat" cmpd="sng">
            <a:solidFill>
              <a:schemeClr val="accent1"/>
            </a:solidFill>
            <a:prstDash val="solid"/>
            <a:round/>
            <a:headEnd type="none" w="med" len="med"/>
            <a:tailEnd type="none" w="med" len="med"/>
          </a:ln>
        </p:spPr>
      </p:cxnSp>
      <p:sp>
        <p:nvSpPr>
          <p:cNvPr id="166" name="Google Shape;166;p17"/>
          <p:cNvSpPr txBox="1">
            <a:spLocks noGrp="1"/>
          </p:cNvSpPr>
          <p:nvPr>
            <p:ph type="title"/>
          </p:nvPr>
        </p:nvSpPr>
        <p:spPr>
          <a:xfrm>
            <a:off x="476575" y="280025"/>
            <a:ext cx="63801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cxnSp>
        <p:nvCxnSpPr>
          <p:cNvPr id="167" name="Google Shape;167;p17"/>
          <p:cNvCxnSpPr/>
          <p:nvPr/>
        </p:nvCxnSpPr>
        <p:spPr>
          <a:xfrm rot="10800000">
            <a:off x="6772275" y="700925"/>
            <a:ext cx="2375100" cy="0"/>
          </a:xfrm>
          <a:prstGeom prst="straightConnector1">
            <a:avLst/>
          </a:prstGeom>
          <a:noFill/>
          <a:ln w="38100" cap="flat" cmpd="sng">
            <a:solidFill>
              <a:schemeClr val="accent1"/>
            </a:solidFill>
            <a:prstDash val="solid"/>
            <a:round/>
            <a:headEnd type="none" w="med" len="med"/>
            <a:tailEnd type="none" w="med" len="med"/>
          </a:ln>
        </p:spPr>
      </p:cxnSp>
      <p:sp>
        <p:nvSpPr>
          <p:cNvPr id="168" name="Google Shape;168;p17"/>
          <p:cNvSpPr txBox="1">
            <a:spLocks noGrp="1"/>
          </p:cNvSpPr>
          <p:nvPr>
            <p:ph type="body" idx="1"/>
          </p:nvPr>
        </p:nvSpPr>
        <p:spPr>
          <a:xfrm>
            <a:off x="473200" y="1488175"/>
            <a:ext cx="8284500" cy="35526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Clr>
                <a:schemeClr val="dk1"/>
              </a:buClr>
              <a:buSzPts val="1400"/>
              <a:buChar char="❏"/>
              <a:defRPr>
                <a:solidFill>
                  <a:schemeClr val="dk1"/>
                </a:solidFill>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169" name="Google Shape;169;p17"/>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7"/>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7"/>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2" name="Google Shape;172;p17"/>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hart Flow">
  <p:cSld name="SECTION_HEADER_2_1_1">
    <p:bg>
      <p:bgPr>
        <a:solidFill>
          <a:schemeClr val="dk2"/>
        </a:solidFill>
        <a:effectLst/>
      </p:bgPr>
    </p:bg>
    <p:spTree>
      <p:nvGrpSpPr>
        <p:cNvPr id="1" name="Shape 173"/>
        <p:cNvGrpSpPr/>
        <p:nvPr/>
      </p:nvGrpSpPr>
      <p:grpSpPr>
        <a:xfrm>
          <a:off x="0" y="0"/>
          <a:ext cx="0" cy="0"/>
          <a:chOff x="0" y="0"/>
          <a:chExt cx="0" cy="0"/>
        </a:xfrm>
      </p:grpSpPr>
      <p:sp>
        <p:nvSpPr>
          <p:cNvPr id="174" name="Google Shape;174;p18"/>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8"/>
          <p:cNvSpPr txBox="1">
            <a:spLocks noGrp="1"/>
          </p:cNvSpPr>
          <p:nvPr>
            <p:ph type="title"/>
          </p:nvPr>
        </p:nvSpPr>
        <p:spPr>
          <a:xfrm>
            <a:off x="318550" y="-42275"/>
            <a:ext cx="85206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sp>
        <p:nvSpPr>
          <p:cNvPr id="176" name="Google Shape;176;p18"/>
          <p:cNvSpPr/>
          <p:nvPr/>
        </p:nvSpPr>
        <p:spPr>
          <a:xfrm>
            <a:off x="1078013" y="1453900"/>
            <a:ext cx="2823900" cy="1206900"/>
          </a:xfrm>
          <a:prstGeom prst="homePlate">
            <a:avLst>
              <a:gd name="adj" fmla="val 50000"/>
            </a:avLst>
          </a:prstGeom>
          <a:solidFill>
            <a:schemeClr val="accent1"/>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8"/>
          <p:cNvSpPr/>
          <p:nvPr/>
        </p:nvSpPr>
        <p:spPr>
          <a:xfrm>
            <a:off x="3179786" y="1453900"/>
            <a:ext cx="2823900" cy="1206900"/>
          </a:xfrm>
          <a:prstGeom prst="chevron">
            <a:avLst>
              <a:gd name="adj" fmla="val 50000"/>
            </a:avLst>
          </a:prstGeom>
          <a:solidFill>
            <a:schemeClr val="accent3"/>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8"/>
          <p:cNvSpPr/>
          <p:nvPr/>
        </p:nvSpPr>
        <p:spPr>
          <a:xfrm>
            <a:off x="5267289" y="1453900"/>
            <a:ext cx="2823900" cy="1206900"/>
          </a:xfrm>
          <a:prstGeom prst="chevron">
            <a:avLst>
              <a:gd name="adj" fmla="val 50000"/>
            </a:avLst>
          </a:prstGeom>
          <a:solidFill>
            <a:schemeClr val="lt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8"/>
          <p:cNvSpPr txBox="1"/>
          <p:nvPr/>
        </p:nvSpPr>
        <p:spPr>
          <a:xfrm>
            <a:off x="1618500" y="2763775"/>
            <a:ext cx="1735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Open Sans"/>
              <a:ea typeface="Open Sans"/>
              <a:cs typeface="Open Sans"/>
              <a:sym typeface="Open Sans"/>
            </a:endParaRPr>
          </a:p>
        </p:txBody>
      </p:sp>
      <p:sp>
        <p:nvSpPr>
          <p:cNvPr id="180" name="Google Shape;180;p18"/>
          <p:cNvSpPr txBox="1">
            <a:spLocks noGrp="1"/>
          </p:cNvSpPr>
          <p:nvPr>
            <p:ph type="subTitle" idx="1"/>
          </p:nvPr>
        </p:nvSpPr>
        <p:spPr>
          <a:xfrm>
            <a:off x="1282450" y="1462000"/>
            <a:ext cx="1776300" cy="486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000"/>
              <a:buFont typeface="Calibri"/>
              <a:buNone/>
              <a:defRPr sz="2000">
                <a:solidFill>
                  <a:schemeClr val="dk2"/>
                </a:solidFill>
                <a:latin typeface="Calibri"/>
                <a:ea typeface="Calibri"/>
                <a:cs typeface="Calibri"/>
                <a:sym typeface="Calibri"/>
              </a:defRPr>
            </a:lvl1pPr>
            <a:lvl2pPr lvl="1">
              <a:spcBef>
                <a:spcPts val="1600"/>
              </a:spcBef>
              <a:spcAft>
                <a:spcPts val="0"/>
              </a:spcAft>
              <a:buSzPts val="1600"/>
              <a:buFont typeface="Calibri"/>
              <a:buNone/>
              <a:defRPr sz="1600">
                <a:latin typeface="Calibri"/>
                <a:ea typeface="Calibri"/>
                <a:cs typeface="Calibri"/>
                <a:sym typeface="Calibri"/>
              </a:defRPr>
            </a:lvl2pPr>
            <a:lvl3pPr lvl="2">
              <a:spcBef>
                <a:spcPts val="1600"/>
              </a:spcBef>
              <a:spcAft>
                <a:spcPts val="0"/>
              </a:spcAft>
              <a:buSzPts val="1600"/>
              <a:buFont typeface="Calibri"/>
              <a:buNone/>
              <a:defRPr sz="1600">
                <a:latin typeface="Calibri"/>
                <a:ea typeface="Calibri"/>
                <a:cs typeface="Calibri"/>
                <a:sym typeface="Calibri"/>
              </a:defRPr>
            </a:lvl3pPr>
            <a:lvl4pPr lvl="3">
              <a:spcBef>
                <a:spcPts val="1600"/>
              </a:spcBef>
              <a:spcAft>
                <a:spcPts val="0"/>
              </a:spcAft>
              <a:buSzPts val="1600"/>
              <a:buFont typeface="Calibri"/>
              <a:buNone/>
              <a:defRPr sz="1600">
                <a:latin typeface="Calibri"/>
                <a:ea typeface="Calibri"/>
                <a:cs typeface="Calibri"/>
                <a:sym typeface="Calibri"/>
              </a:defRPr>
            </a:lvl4pPr>
            <a:lvl5pPr lvl="4">
              <a:spcBef>
                <a:spcPts val="1600"/>
              </a:spcBef>
              <a:spcAft>
                <a:spcPts val="0"/>
              </a:spcAft>
              <a:buSzPts val="1600"/>
              <a:buFont typeface="Calibri"/>
              <a:buNone/>
              <a:defRPr sz="1600">
                <a:latin typeface="Calibri"/>
                <a:ea typeface="Calibri"/>
                <a:cs typeface="Calibri"/>
                <a:sym typeface="Calibri"/>
              </a:defRPr>
            </a:lvl5pPr>
            <a:lvl6pPr lvl="5">
              <a:spcBef>
                <a:spcPts val="1600"/>
              </a:spcBef>
              <a:spcAft>
                <a:spcPts val="0"/>
              </a:spcAft>
              <a:buSzPts val="1600"/>
              <a:buFont typeface="Calibri"/>
              <a:buNone/>
              <a:defRPr sz="1600">
                <a:latin typeface="Calibri"/>
                <a:ea typeface="Calibri"/>
                <a:cs typeface="Calibri"/>
                <a:sym typeface="Calibri"/>
              </a:defRPr>
            </a:lvl6pPr>
            <a:lvl7pPr lvl="6">
              <a:spcBef>
                <a:spcPts val="1600"/>
              </a:spcBef>
              <a:spcAft>
                <a:spcPts val="0"/>
              </a:spcAft>
              <a:buSzPts val="1600"/>
              <a:buFont typeface="Calibri"/>
              <a:buNone/>
              <a:defRPr sz="1600">
                <a:latin typeface="Calibri"/>
                <a:ea typeface="Calibri"/>
                <a:cs typeface="Calibri"/>
                <a:sym typeface="Calibri"/>
              </a:defRPr>
            </a:lvl7pPr>
            <a:lvl8pPr lvl="7">
              <a:spcBef>
                <a:spcPts val="1600"/>
              </a:spcBef>
              <a:spcAft>
                <a:spcPts val="0"/>
              </a:spcAft>
              <a:buSzPts val="1600"/>
              <a:buFont typeface="Calibri"/>
              <a:buNone/>
              <a:defRPr sz="1600">
                <a:latin typeface="Calibri"/>
                <a:ea typeface="Calibri"/>
                <a:cs typeface="Calibri"/>
                <a:sym typeface="Calibri"/>
              </a:defRPr>
            </a:lvl8pPr>
            <a:lvl9pPr lvl="8">
              <a:spcBef>
                <a:spcPts val="1600"/>
              </a:spcBef>
              <a:spcAft>
                <a:spcPts val="1600"/>
              </a:spcAft>
              <a:buSzPts val="1600"/>
              <a:buFont typeface="Calibri"/>
              <a:buNone/>
              <a:defRPr sz="1600">
                <a:latin typeface="Calibri"/>
                <a:ea typeface="Calibri"/>
                <a:cs typeface="Calibri"/>
                <a:sym typeface="Calibri"/>
              </a:defRPr>
            </a:lvl9pPr>
          </a:lstStyle>
          <a:p>
            <a:endParaRPr/>
          </a:p>
        </p:txBody>
      </p:sp>
      <p:sp>
        <p:nvSpPr>
          <p:cNvPr id="181" name="Google Shape;181;p18"/>
          <p:cNvSpPr txBox="1">
            <a:spLocks noGrp="1"/>
          </p:cNvSpPr>
          <p:nvPr>
            <p:ph type="subTitle" idx="2"/>
          </p:nvPr>
        </p:nvSpPr>
        <p:spPr>
          <a:xfrm>
            <a:off x="3826500" y="1462000"/>
            <a:ext cx="1776300" cy="486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000"/>
              <a:buFont typeface="Calibri"/>
              <a:buNone/>
              <a:defRPr sz="2000">
                <a:solidFill>
                  <a:schemeClr val="dk2"/>
                </a:solidFill>
                <a:latin typeface="Calibri"/>
                <a:ea typeface="Calibri"/>
                <a:cs typeface="Calibri"/>
                <a:sym typeface="Calibri"/>
              </a:defRPr>
            </a:lvl1pPr>
            <a:lvl2pPr lvl="1" rtl="0">
              <a:spcBef>
                <a:spcPts val="1600"/>
              </a:spcBef>
              <a:spcAft>
                <a:spcPts val="0"/>
              </a:spcAft>
              <a:buSzPts val="1600"/>
              <a:buFont typeface="Calibri"/>
              <a:buNone/>
              <a:defRPr sz="1600">
                <a:latin typeface="Calibri"/>
                <a:ea typeface="Calibri"/>
                <a:cs typeface="Calibri"/>
                <a:sym typeface="Calibri"/>
              </a:defRPr>
            </a:lvl2pPr>
            <a:lvl3pPr lvl="2" rtl="0">
              <a:spcBef>
                <a:spcPts val="1600"/>
              </a:spcBef>
              <a:spcAft>
                <a:spcPts val="0"/>
              </a:spcAft>
              <a:buSzPts val="1600"/>
              <a:buFont typeface="Calibri"/>
              <a:buNone/>
              <a:defRPr sz="1600">
                <a:latin typeface="Calibri"/>
                <a:ea typeface="Calibri"/>
                <a:cs typeface="Calibri"/>
                <a:sym typeface="Calibri"/>
              </a:defRPr>
            </a:lvl3pPr>
            <a:lvl4pPr lvl="3" rtl="0">
              <a:spcBef>
                <a:spcPts val="1600"/>
              </a:spcBef>
              <a:spcAft>
                <a:spcPts val="0"/>
              </a:spcAft>
              <a:buSzPts val="1600"/>
              <a:buFont typeface="Calibri"/>
              <a:buNone/>
              <a:defRPr sz="1600">
                <a:latin typeface="Calibri"/>
                <a:ea typeface="Calibri"/>
                <a:cs typeface="Calibri"/>
                <a:sym typeface="Calibri"/>
              </a:defRPr>
            </a:lvl4pPr>
            <a:lvl5pPr lvl="4" rtl="0">
              <a:spcBef>
                <a:spcPts val="1600"/>
              </a:spcBef>
              <a:spcAft>
                <a:spcPts val="0"/>
              </a:spcAft>
              <a:buSzPts val="1600"/>
              <a:buFont typeface="Calibri"/>
              <a:buNone/>
              <a:defRPr sz="1600">
                <a:latin typeface="Calibri"/>
                <a:ea typeface="Calibri"/>
                <a:cs typeface="Calibri"/>
                <a:sym typeface="Calibri"/>
              </a:defRPr>
            </a:lvl5pPr>
            <a:lvl6pPr lvl="5" rtl="0">
              <a:spcBef>
                <a:spcPts val="1600"/>
              </a:spcBef>
              <a:spcAft>
                <a:spcPts val="0"/>
              </a:spcAft>
              <a:buSzPts val="1600"/>
              <a:buFont typeface="Calibri"/>
              <a:buNone/>
              <a:defRPr sz="1600">
                <a:latin typeface="Calibri"/>
                <a:ea typeface="Calibri"/>
                <a:cs typeface="Calibri"/>
                <a:sym typeface="Calibri"/>
              </a:defRPr>
            </a:lvl6pPr>
            <a:lvl7pPr lvl="6" rtl="0">
              <a:spcBef>
                <a:spcPts val="1600"/>
              </a:spcBef>
              <a:spcAft>
                <a:spcPts val="0"/>
              </a:spcAft>
              <a:buSzPts val="1600"/>
              <a:buFont typeface="Calibri"/>
              <a:buNone/>
              <a:defRPr sz="1600">
                <a:latin typeface="Calibri"/>
                <a:ea typeface="Calibri"/>
                <a:cs typeface="Calibri"/>
                <a:sym typeface="Calibri"/>
              </a:defRPr>
            </a:lvl7pPr>
            <a:lvl8pPr lvl="7" rtl="0">
              <a:spcBef>
                <a:spcPts val="1600"/>
              </a:spcBef>
              <a:spcAft>
                <a:spcPts val="0"/>
              </a:spcAft>
              <a:buSzPts val="1600"/>
              <a:buFont typeface="Calibri"/>
              <a:buNone/>
              <a:defRPr sz="1600">
                <a:latin typeface="Calibri"/>
                <a:ea typeface="Calibri"/>
                <a:cs typeface="Calibri"/>
                <a:sym typeface="Calibri"/>
              </a:defRPr>
            </a:lvl8pPr>
            <a:lvl9pPr lvl="8" rtl="0">
              <a:spcBef>
                <a:spcPts val="1600"/>
              </a:spcBef>
              <a:spcAft>
                <a:spcPts val="1600"/>
              </a:spcAft>
              <a:buSzPts val="1600"/>
              <a:buFont typeface="Calibri"/>
              <a:buNone/>
              <a:defRPr sz="1600">
                <a:latin typeface="Calibri"/>
                <a:ea typeface="Calibri"/>
                <a:cs typeface="Calibri"/>
                <a:sym typeface="Calibri"/>
              </a:defRPr>
            </a:lvl9pPr>
          </a:lstStyle>
          <a:p>
            <a:endParaRPr/>
          </a:p>
        </p:txBody>
      </p:sp>
      <p:sp>
        <p:nvSpPr>
          <p:cNvPr id="182" name="Google Shape;182;p18"/>
          <p:cNvSpPr txBox="1">
            <a:spLocks noGrp="1"/>
          </p:cNvSpPr>
          <p:nvPr>
            <p:ph type="subTitle" idx="3"/>
          </p:nvPr>
        </p:nvSpPr>
        <p:spPr>
          <a:xfrm>
            <a:off x="5942075" y="1462000"/>
            <a:ext cx="1776300" cy="4869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000"/>
              <a:buFont typeface="Calibri"/>
              <a:buNone/>
              <a:defRPr sz="2000">
                <a:solidFill>
                  <a:schemeClr val="dk2"/>
                </a:solidFill>
                <a:latin typeface="Calibri"/>
                <a:ea typeface="Calibri"/>
                <a:cs typeface="Calibri"/>
                <a:sym typeface="Calibri"/>
              </a:defRPr>
            </a:lvl1pPr>
            <a:lvl2pPr lvl="1" rtl="0">
              <a:spcBef>
                <a:spcPts val="1600"/>
              </a:spcBef>
              <a:spcAft>
                <a:spcPts val="0"/>
              </a:spcAft>
              <a:buSzPts val="1600"/>
              <a:buFont typeface="Calibri"/>
              <a:buNone/>
              <a:defRPr sz="1600">
                <a:latin typeface="Calibri"/>
                <a:ea typeface="Calibri"/>
                <a:cs typeface="Calibri"/>
                <a:sym typeface="Calibri"/>
              </a:defRPr>
            </a:lvl2pPr>
            <a:lvl3pPr lvl="2" rtl="0">
              <a:spcBef>
                <a:spcPts val="1600"/>
              </a:spcBef>
              <a:spcAft>
                <a:spcPts val="0"/>
              </a:spcAft>
              <a:buSzPts val="1600"/>
              <a:buFont typeface="Calibri"/>
              <a:buNone/>
              <a:defRPr sz="1600">
                <a:latin typeface="Calibri"/>
                <a:ea typeface="Calibri"/>
                <a:cs typeface="Calibri"/>
                <a:sym typeface="Calibri"/>
              </a:defRPr>
            </a:lvl3pPr>
            <a:lvl4pPr lvl="3" rtl="0">
              <a:spcBef>
                <a:spcPts val="1600"/>
              </a:spcBef>
              <a:spcAft>
                <a:spcPts val="0"/>
              </a:spcAft>
              <a:buSzPts val="1600"/>
              <a:buFont typeface="Calibri"/>
              <a:buNone/>
              <a:defRPr sz="1600">
                <a:latin typeface="Calibri"/>
                <a:ea typeface="Calibri"/>
                <a:cs typeface="Calibri"/>
                <a:sym typeface="Calibri"/>
              </a:defRPr>
            </a:lvl4pPr>
            <a:lvl5pPr lvl="4" rtl="0">
              <a:spcBef>
                <a:spcPts val="1600"/>
              </a:spcBef>
              <a:spcAft>
                <a:spcPts val="0"/>
              </a:spcAft>
              <a:buSzPts val="1600"/>
              <a:buFont typeface="Calibri"/>
              <a:buNone/>
              <a:defRPr sz="1600">
                <a:latin typeface="Calibri"/>
                <a:ea typeface="Calibri"/>
                <a:cs typeface="Calibri"/>
                <a:sym typeface="Calibri"/>
              </a:defRPr>
            </a:lvl5pPr>
            <a:lvl6pPr lvl="5" rtl="0">
              <a:spcBef>
                <a:spcPts val="1600"/>
              </a:spcBef>
              <a:spcAft>
                <a:spcPts val="0"/>
              </a:spcAft>
              <a:buSzPts val="1600"/>
              <a:buFont typeface="Calibri"/>
              <a:buNone/>
              <a:defRPr sz="1600">
                <a:latin typeface="Calibri"/>
                <a:ea typeface="Calibri"/>
                <a:cs typeface="Calibri"/>
                <a:sym typeface="Calibri"/>
              </a:defRPr>
            </a:lvl6pPr>
            <a:lvl7pPr lvl="6" rtl="0">
              <a:spcBef>
                <a:spcPts val="1600"/>
              </a:spcBef>
              <a:spcAft>
                <a:spcPts val="0"/>
              </a:spcAft>
              <a:buSzPts val="1600"/>
              <a:buFont typeface="Calibri"/>
              <a:buNone/>
              <a:defRPr sz="1600">
                <a:latin typeface="Calibri"/>
                <a:ea typeface="Calibri"/>
                <a:cs typeface="Calibri"/>
                <a:sym typeface="Calibri"/>
              </a:defRPr>
            </a:lvl7pPr>
            <a:lvl8pPr lvl="7" rtl="0">
              <a:spcBef>
                <a:spcPts val="1600"/>
              </a:spcBef>
              <a:spcAft>
                <a:spcPts val="0"/>
              </a:spcAft>
              <a:buSzPts val="1600"/>
              <a:buFont typeface="Calibri"/>
              <a:buNone/>
              <a:defRPr sz="1600">
                <a:latin typeface="Calibri"/>
                <a:ea typeface="Calibri"/>
                <a:cs typeface="Calibri"/>
                <a:sym typeface="Calibri"/>
              </a:defRPr>
            </a:lvl8pPr>
            <a:lvl9pPr lvl="8" rtl="0">
              <a:spcBef>
                <a:spcPts val="1600"/>
              </a:spcBef>
              <a:spcAft>
                <a:spcPts val="1600"/>
              </a:spcAft>
              <a:buSzPts val="1600"/>
              <a:buFont typeface="Calibri"/>
              <a:buNone/>
              <a:defRPr sz="1600">
                <a:latin typeface="Calibri"/>
                <a:ea typeface="Calibri"/>
                <a:cs typeface="Calibri"/>
                <a:sym typeface="Calibri"/>
              </a:defRPr>
            </a:lvl9pPr>
          </a:lstStyle>
          <a:p>
            <a:endParaRPr/>
          </a:p>
        </p:txBody>
      </p:sp>
      <p:sp>
        <p:nvSpPr>
          <p:cNvPr id="183" name="Google Shape;183;p18"/>
          <p:cNvSpPr txBox="1">
            <a:spLocks noGrp="1"/>
          </p:cNvSpPr>
          <p:nvPr>
            <p:ph type="subTitle" idx="4"/>
          </p:nvPr>
        </p:nvSpPr>
        <p:spPr>
          <a:xfrm>
            <a:off x="1117850" y="2791200"/>
            <a:ext cx="2061900" cy="438900"/>
          </a:xfrm>
          <a:prstGeom prst="rect">
            <a:avLst/>
          </a:prstGeom>
        </p:spPr>
        <p:txBody>
          <a:bodyPr spcFirstLastPara="1" wrap="square" lIns="91425" tIns="91425" rIns="91425" bIns="91425" anchor="t" anchorCtr="0">
            <a:noAutofit/>
          </a:bodyPr>
          <a:lstStyle>
            <a:lvl1pPr lvl="0">
              <a:spcBef>
                <a:spcPts val="0"/>
              </a:spcBef>
              <a:spcAft>
                <a:spcPts val="0"/>
              </a:spcAft>
              <a:buSzPts val="1900"/>
              <a:buFont typeface="Calibri"/>
              <a:buNone/>
              <a:defRPr sz="1900">
                <a:latin typeface="Calibri"/>
                <a:ea typeface="Calibri"/>
                <a:cs typeface="Calibri"/>
                <a:sym typeface="Calibri"/>
              </a:defRPr>
            </a:lvl1pPr>
            <a:lvl2pPr lvl="1">
              <a:spcBef>
                <a:spcPts val="1600"/>
              </a:spcBef>
              <a:spcAft>
                <a:spcPts val="0"/>
              </a:spcAft>
              <a:buSzPts val="1500"/>
              <a:buFont typeface="Calibri"/>
              <a:buNone/>
              <a:defRPr sz="1500">
                <a:latin typeface="Calibri"/>
                <a:ea typeface="Calibri"/>
                <a:cs typeface="Calibri"/>
                <a:sym typeface="Calibri"/>
              </a:defRPr>
            </a:lvl2pPr>
            <a:lvl3pPr lvl="2">
              <a:spcBef>
                <a:spcPts val="1600"/>
              </a:spcBef>
              <a:spcAft>
                <a:spcPts val="0"/>
              </a:spcAft>
              <a:buSzPts val="1500"/>
              <a:buFont typeface="Calibri"/>
              <a:buNone/>
              <a:defRPr sz="1500">
                <a:latin typeface="Calibri"/>
                <a:ea typeface="Calibri"/>
                <a:cs typeface="Calibri"/>
                <a:sym typeface="Calibri"/>
              </a:defRPr>
            </a:lvl3pPr>
            <a:lvl4pPr lvl="3">
              <a:spcBef>
                <a:spcPts val="1600"/>
              </a:spcBef>
              <a:spcAft>
                <a:spcPts val="0"/>
              </a:spcAft>
              <a:buSzPts val="1500"/>
              <a:buFont typeface="Calibri"/>
              <a:buNone/>
              <a:defRPr sz="1500">
                <a:latin typeface="Calibri"/>
                <a:ea typeface="Calibri"/>
                <a:cs typeface="Calibri"/>
                <a:sym typeface="Calibri"/>
              </a:defRPr>
            </a:lvl4pPr>
            <a:lvl5pPr lvl="4">
              <a:spcBef>
                <a:spcPts val="1600"/>
              </a:spcBef>
              <a:spcAft>
                <a:spcPts val="0"/>
              </a:spcAft>
              <a:buSzPts val="1500"/>
              <a:buFont typeface="Calibri"/>
              <a:buNone/>
              <a:defRPr sz="1500">
                <a:latin typeface="Calibri"/>
                <a:ea typeface="Calibri"/>
                <a:cs typeface="Calibri"/>
                <a:sym typeface="Calibri"/>
              </a:defRPr>
            </a:lvl5pPr>
            <a:lvl6pPr lvl="5">
              <a:spcBef>
                <a:spcPts val="1600"/>
              </a:spcBef>
              <a:spcAft>
                <a:spcPts val="0"/>
              </a:spcAft>
              <a:buSzPts val="1500"/>
              <a:buFont typeface="Calibri"/>
              <a:buNone/>
              <a:defRPr sz="1500">
                <a:latin typeface="Calibri"/>
                <a:ea typeface="Calibri"/>
                <a:cs typeface="Calibri"/>
                <a:sym typeface="Calibri"/>
              </a:defRPr>
            </a:lvl6pPr>
            <a:lvl7pPr lvl="6">
              <a:spcBef>
                <a:spcPts val="1600"/>
              </a:spcBef>
              <a:spcAft>
                <a:spcPts val="0"/>
              </a:spcAft>
              <a:buSzPts val="1500"/>
              <a:buFont typeface="Calibri"/>
              <a:buNone/>
              <a:defRPr sz="1500">
                <a:latin typeface="Calibri"/>
                <a:ea typeface="Calibri"/>
                <a:cs typeface="Calibri"/>
                <a:sym typeface="Calibri"/>
              </a:defRPr>
            </a:lvl7pPr>
            <a:lvl8pPr lvl="7">
              <a:spcBef>
                <a:spcPts val="1600"/>
              </a:spcBef>
              <a:spcAft>
                <a:spcPts val="0"/>
              </a:spcAft>
              <a:buSzPts val="1500"/>
              <a:buFont typeface="Calibri"/>
              <a:buNone/>
              <a:defRPr sz="1500">
                <a:latin typeface="Calibri"/>
                <a:ea typeface="Calibri"/>
                <a:cs typeface="Calibri"/>
                <a:sym typeface="Calibri"/>
              </a:defRPr>
            </a:lvl8pPr>
            <a:lvl9pPr lvl="8">
              <a:spcBef>
                <a:spcPts val="1600"/>
              </a:spcBef>
              <a:spcAft>
                <a:spcPts val="1600"/>
              </a:spcAft>
              <a:buSzPts val="1500"/>
              <a:buFont typeface="Calibri"/>
              <a:buNone/>
              <a:defRPr sz="1500">
                <a:latin typeface="Calibri"/>
                <a:ea typeface="Calibri"/>
                <a:cs typeface="Calibri"/>
                <a:sym typeface="Calibri"/>
              </a:defRPr>
            </a:lvl9pPr>
          </a:lstStyle>
          <a:p>
            <a:endParaRPr/>
          </a:p>
        </p:txBody>
      </p:sp>
      <p:sp>
        <p:nvSpPr>
          <p:cNvPr id="184" name="Google Shape;184;p18"/>
          <p:cNvSpPr txBox="1">
            <a:spLocks noGrp="1"/>
          </p:cNvSpPr>
          <p:nvPr>
            <p:ph type="subTitle" idx="5"/>
          </p:nvPr>
        </p:nvSpPr>
        <p:spPr>
          <a:xfrm>
            <a:off x="3235063" y="2791200"/>
            <a:ext cx="20619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900"/>
              <a:buFont typeface="Calibri"/>
              <a:buNone/>
              <a:defRPr sz="1900">
                <a:latin typeface="Calibri"/>
                <a:ea typeface="Calibri"/>
                <a:cs typeface="Calibri"/>
                <a:sym typeface="Calibri"/>
              </a:defRPr>
            </a:lvl1pPr>
            <a:lvl2pPr lvl="1" rtl="0">
              <a:spcBef>
                <a:spcPts val="1600"/>
              </a:spcBef>
              <a:spcAft>
                <a:spcPts val="0"/>
              </a:spcAft>
              <a:buSzPts val="1500"/>
              <a:buFont typeface="Calibri"/>
              <a:buNone/>
              <a:defRPr sz="1500">
                <a:latin typeface="Calibri"/>
                <a:ea typeface="Calibri"/>
                <a:cs typeface="Calibri"/>
                <a:sym typeface="Calibri"/>
              </a:defRPr>
            </a:lvl2pPr>
            <a:lvl3pPr lvl="2" rtl="0">
              <a:spcBef>
                <a:spcPts val="1600"/>
              </a:spcBef>
              <a:spcAft>
                <a:spcPts val="0"/>
              </a:spcAft>
              <a:buSzPts val="1500"/>
              <a:buFont typeface="Calibri"/>
              <a:buNone/>
              <a:defRPr sz="1500">
                <a:latin typeface="Calibri"/>
                <a:ea typeface="Calibri"/>
                <a:cs typeface="Calibri"/>
                <a:sym typeface="Calibri"/>
              </a:defRPr>
            </a:lvl3pPr>
            <a:lvl4pPr lvl="3" rtl="0">
              <a:spcBef>
                <a:spcPts val="1600"/>
              </a:spcBef>
              <a:spcAft>
                <a:spcPts val="0"/>
              </a:spcAft>
              <a:buSzPts val="1500"/>
              <a:buFont typeface="Calibri"/>
              <a:buNone/>
              <a:defRPr sz="1500">
                <a:latin typeface="Calibri"/>
                <a:ea typeface="Calibri"/>
                <a:cs typeface="Calibri"/>
                <a:sym typeface="Calibri"/>
              </a:defRPr>
            </a:lvl4pPr>
            <a:lvl5pPr lvl="4" rtl="0">
              <a:spcBef>
                <a:spcPts val="1600"/>
              </a:spcBef>
              <a:spcAft>
                <a:spcPts val="0"/>
              </a:spcAft>
              <a:buSzPts val="1500"/>
              <a:buFont typeface="Calibri"/>
              <a:buNone/>
              <a:defRPr sz="1500">
                <a:latin typeface="Calibri"/>
                <a:ea typeface="Calibri"/>
                <a:cs typeface="Calibri"/>
                <a:sym typeface="Calibri"/>
              </a:defRPr>
            </a:lvl5pPr>
            <a:lvl6pPr lvl="5" rtl="0">
              <a:spcBef>
                <a:spcPts val="1600"/>
              </a:spcBef>
              <a:spcAft>
                <a:spcPts val="0"/>
              </a:spcAft>
              <a:buSzPts val="1500"/>
              <a:buFont typeface="Calibri"/>
              <a:buNone/>
              <a:defRPr sz="1500">
                <a:latin typeface="Calibri"/>
                <a:ea typeface="Calibri"/>
                <a:cs typeface="Calibri"/>
                <a:sym typeface="Calibri"/>
              </a:defRPr>
            </a:lvl6pPr>
            <a:lvl7pPr lvl="6" rtl="0">
              <a:spcBef>
                <a:spcPts val="1600"/>
              </a:spcBef>
              <a:spcAft>
                <a:spcPts val="0"/>
              </a:spcAft>
              <a:buSzPts val="1500"/>
              <a:buFont typeface="Calibri"/>
              <a:buNone/>
              <a:defRPr sz="1500">
                <a:latin typeface="Calibri"/>
                <a:ea typeface="Calibri"/>
                <a:cs typeface="Calibri"/>
                <a:sym typeface="Calibri"/>
              </a:defRPr>
            </a:lvl7pPr>
            <a:lvl8pPr lvl="7" rtl="0">
              <a:spcBef>
                <a:spcPts val="1600"/>
              </a:spcBef>
              <a:spcAft>
                <a:spcPts val="0"/>
              </a:spcAft>
              <a:buSzPts val="1500"/>
              <a:buFont typeface="Calibri"/>
              <a:buNone/>
              <a:defRPr sz="1500">
                <a:latin typeface="Calibri"/>
                <a:ea typeface="Calibri"/>
                <a:cs typeface="Calibri"/>
                <a:sym typeface="Calibri"/>
              </a:defRPr>
            </a:lvl8pPr>
            <a:lvl9pPr lvl="8" rtl="0">
              <a:spcBef>
                <a:spcPts val="1600"/>
              </a:spcBef>
              <a:spcAft>
                <a:spcPts val="1600"/>
              </a:spcAft>
              <a:buSzPts val="1500"/>
              <a:buFont typeface="Calibri"/>
              <a:buNone/>
              <a:defRPr sz="1500">
                <a:latin typeface="Calibri"/>
                <a:ea typeface="Calibri"/>
                <a:cs typeface="Calibri"/>
                <a:sym typeface="Calibri"/>
              </a:defRPr>
            </a:lvl9pPr>
          </a:lstStyle>
          <a:p>
            <a:endParaRPr/>
          </a:p>
        </p:txBody>
      </p:sp>
      <p:sp>
        <p:nvSpPr>
          <p:cNvPr id="185" name="Google Shape;185;p18"/>
          <p:cNvSpPr txBox="1">
            <a:spLocks noGrp="1"/>
          </p:cNvSpPr>
          <p:nvPr>
            <p:ph type="subTitle" idx="6"/>
          </p:nvPr>
        </p:nvSpPr>
        <p:spPr>
          <a:xfrm>
            <a:off x="5352275" y="2791200"/>
            <a:ext cx="20619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900"/>
              <a:buFont typeface="Calibri"/>
              <a:buNone/>
              <a:defRPr sz="1900">
                <a:latin typeface="Calibri"/>
                <a:ea typeface="Calibri"/>
                <a:cs typeface="Calibri"/>
                <a:sym typeface="Calibri"/>
              </a:defRPr>
            </a:lvl1pPr>
            <a:lvl2pPr lvl="1" rtl="0">
              <a:spcBef>
                <a:spcPts val="1600"/>
              </a:spcBef>
              <a:spcAft>
                <a:spcPts val="0"/>
              </a:spcAft>
              <a:buSzPts val="1500"/>
              <a:buFont typeface="Calibri"/>
              <a:buNone/>
              <a:defRPr sz="1500">
                <a:latin typeface="Calibri"/>
                <a:ea typeface="Calibri"/>
                <a:cs typeface="Calibri"/>
                <a:sym typeface="Calibri"/>
              </a:defRPr>
            </a:lvl2pPr>
            <a:lvl3pPr lvl="2" rtl="0">
              <a:spcBef>
                <a:spcPts val="1600"/>
              </a:spcBef>
              <a:spcAft>
                <a:spcPts val="0"/>
              </a:spcAft>
              <a:buSzPts val="1500"/>
              <a:buFont typeface="Calibri"/>
              <a:buNone/>
              <a:defRPr sz="1500">
                <a:latin typeface="Calibri"/>
                <a:ea typeface="Calibri"/>
                <a:cs typeface="Calibri"/>
                <a:sym typeface="Calibri"/>
              </a:defRPr>
            </a:lvl3pPr>
            <a:lvl4pPr lvl="3" rtl="0">
              <a:spcBef>
                <a:spcPts val="1600"/>
              </a:spcBef>
              <a:spcAft>
                <a:spcPts val="0"/>
              </a:spcAft>
              <a:buSzPts val="1500"/>
              <a:buFont typeface="Calibri"/>
              <a:buNone/>
              <a:defRPr sz="1500">
                <a:latin typeface="Calibri"/>
                <a:ea typeface="Calibri"/>
                <a:cs typeface="Calibri"/>
                <a:sym typeface="Calibri"/>
              </a:defRPr>
            </a:lvl4pPr>
            <a:lvl5pPr lvl="4" rtl="0">
              <a:spcBef>
                <a:spcPts val="1600"/>
              </a:spcBef>
              <a:spcAft>
                <a:spcPts val="0"/>
              </a:spcAft>
              <a:buSzPts val="1500"/>
              <a:buFont typeface="Calibri"/>
              <a:buNone/>
              <a:defRPr sz="1500">
                <a:latin typeface="Calibri"/>
                <a:ea typeface="Calibri"/>
                <a:cs typeface="Calibri"/>
                <a:sym typeface="Calibri"/>
              </a:defRPr>
            </a:lvl5pPr>
            <a:lvl6pPr lvl="5" rtl="0">
              <a:spcBef>
                <a:spcPts val="1600"/>
              </a:spcBef>
              <a:spcAft>
                <a:spcPts val="0"/>
              </a:spcAft>
              <a:buSzPts val="1500"/>
              <a:buFont typeface="Calibri"/>
              <a:buNone/>
              <a:defRPr sz="1500">
                <a:latin typeface="Calibri"/>
                <a:ea typeface="Calibri"/>
                <a:cs typeface="Calibri"/>
                <a:sym typeface="Calibri"/>
              </a:defRPr>
            </a:lvl6pPr>
            <a:lvl7pPr lvl="6" rtl="0">
              <a:spcBef>
                <a:spcPts val="1600"/>
              </a:spcBef>
              <a:spcAft>
                <a:spcPts val="0"/>
              </a:spcAft>
              <a:buSzPts val="1500"/>
              <a:buFont typeface="Calibri"/>
              <a:buNone/>
              <a:defRPr sz="1500">
                <a:latin typeface="Calibri"/>
                <a:ea typeface="Calibri"/>
                <a:cs typeface="Calibri"/>
                <a:sym typeface="Calibri"/>
              </a:defRPr>
            </a:lvl7pPr>
            <a:lvl8pPr lvl="7" rtl="0">
              <a:spcBef>
                <a:spcPts val="1600"/>
              </a:spcBef>
              <a:spcAft>
                <a:spcPts val="0"/>
              </a:spcAft>
              <a:buSzPts val="1500"/>
              <a:buFont typeface="Calibri"/>
              <a:buNone/>
              <a:defRPr sz="1500">
                <a:latin typeface="Calibri"/>
                <a:ea typeface="Calibri"/>
                <a:cs typeface="Calibri"/>
                <a:sym typeface="Calibri"/>
              </a:defRPr>
            </a:lvl8pPr>
            <a:lvl9pPr lvl="8" rtl="0">
              <a:spcBef>
                <a:spcPts val="1600"/>
              </a:spcBef>
              <a:spcAft>
                <a:spcPts val="1600"/>
              </a:spcAft>
              <a:buSzPts val="1500"/>
              <a:buFont typeface="Calibri"/>
              <a:buNone/>
              <a:defRPr sz="1500">
                <a:latin typeface="Calibri"/>
                <a:ea typeface="Calibri"/>
                <a:cs typeface="Calibri"/>
                <a:sym typeface="Calibri"/>
              </a:defRPr>
            </a:lvl9pPr>
          </a:lstStyle>
          <a:p>
            <a:endParaRPr/>
          </a:p>
        </p:txBody>
      </p:sp>
      <p:sp>
        <p:nvSpPr>
          <p:cNvPr id="186" name="Google Shape;186;p18"/>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8"/>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8"/>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9" name="Google Shape;189;p18"/>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hart and Graph">
  <p:cSld name="SECTION_HEADER_2_1_1_1">
    <p:bg>
      <p:bgPr>
        <a:solidFill>
          <a:schemeClr val="dk2"/>
        </a:solidFill>
        <a:effectLst/>
      </p:bgPr>
    </p:bg>
    <p:spTree>
      <p:nvGrpSpPr>
        <p:cNvPr id="1" name="Shape 190"/>
        <p:cNvGrpSpPr/>
        <p:nvPr/>
      </p:nvGrpSpPr>
      <p:grpSpPr>
        <a:xfrm>
          <a:off x="0" y="0"/>
          <a:ext cx="0" cy="0"/>
          <a:chOff x="0" y="0"/>
          <a:chExt cx="0" cy="0"/>
        </a:xfrm>
      </p:grpSpPr>
      <p:sp>
        <p:nvSpPr>
          <p:cNvPr id="191" name="Google Shape;191;p19"/>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9"/>
          <p:cNvSpPr txBox="1">
            <a:spLocks noGrp="1"/>
          </p:cNvSpPr>
          <p:nvPr>
            <p:ph type="title"/>
          </p:nvPr>
        </p:nvSpPr>
        <p:spPr>
          <a:xfrm>
            <a:off x="318550" y="-42275"/>
            <a:ext cx="85206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pic>
        <p:nvPicPr>
          <p:cNvPr id="193" name="Google Shape;193;p19" title="Points scored"/>
          <p:cNvPicPr preferRelativeResize="0"/>
          <p:nvPr/>
        </p:nvPicPr>
        <p:blipFill>
          <a:blip r:embed="rId2">
            <a:alphaModFix/>
          </a:blip>
          <a:stretch>
            <a:fillRect/>
          </a:stretch>
        </p:blipFill>
        <p:spPr>
          <a:xfrm>
            <a:off x="209200" y="951750"/>
            <a:ext cx="4375398" cy="2645297"/>
          </a:xfrm>
          <a:prstGeom prst="rect">
            <a:avLst/>
          </a:prstGeom>
          <a:noFill/>
          <a:ln>
            <a:noFill/>
          </a:ln>
        </p:spPr>
      </p:pic>
      <p:pic>
        <p:nvPicPr>
          <p:cNvPr id="194" name="Google Shape;194;p19" title="Points scored"/>
          <p:cNvPicPr preferRelativeResize="0"/>
          <p:nvPr/>
        </p:nvPicPr>
        <p:blipFill>
          <a:blip r:embed="rId3">
            <a:alphaModFix/>
          </a:blip>
          <a:stretch>
            <a:fillRect/>
          </a:stretch>
        </p:blipFill>
        <p:spPr>
          <a:xfrm>
            <a:off x="4584601" y="996872"/>
            <a:ext cx="4375398" cy="2645278"/>
          </a:xfrm>
          <a:prstGeom prst="rect">
            <a:avLst/>
          </a:prstGeom>
          <a:noFill/>
          <a:ln>
            <a:noFill/>
          </a:ln>
        </p:spPr>
      </p:pic>
      <p:sp>
        <p:nvSpPr>
          <p:cNvPr id="195" name="Google Shape;195;p19"/>
          <p:cNvSpPr txBox="1">
            <a:spLocks noGrp="1"/>
          </p:cNvSpPr>
          <p:nvPr>
            <p:ph type="subTitle" idx="1"/>
          </p:nvPr>
        </p:nvSpPr>
        <p:spPr>
          <a:xfrm>
            <a:off x="4718300" y="3839500"/>
            <a:ext cx="41208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900"/>
              <a:buFont typeface="Calibri"/>
              <a:buNone/>
              <a:defRPr sz="1900">
                <a:latin typeface="Calibri"/>
                <a:ea typeface="Calibri"/>
                <a:cs typeface="Calibri"/>
                <a:sym typeface="Calibri"/>
              </a:defRPr>
            </a:lvl1pPr>
            <a:lvl2pPr lvl="1" rtl="0">
              <a:spcBef>
                <a:spcPts val="1600"/>
              </a:spcBef>
              <a:spcAft>
                <a:spcPts val="0"/>
              </a:spcAft>
              <a:buSzPts val="1500"/>
              <a:buFont typeface="Calibri"/>
              <a:buNone/>
              <a:defRPr sz="1500">
                <a:latin typeface="Calibri"/>
                <a:ea typeface="Calibri"/>
                <a:cs typeface="Calibri"/>
                <a:sym typeface="Calibri"/>
              </a:defRPr>
            </a:lvl2pPr>
            <a:lvl3pPr lvl="2" rtl="0">
              <a:spcBef>
                <a:spcPts val="1600"/>
              </a:spcBef>
              <a:spcAft>
                <a:spcPts val="0"/>
              </a:spcAft>
              <a:buSzPts val="1500"/>
              <a:buFont typeface="Calibri"/>
              <a:buNone/>
              <a:defRPr sz="1500">
                <a:latin typeface="Calibri"/>
                <a:ea typeface="Calibri"/>
                <a:cs typeface="Calibri"/>
                <a:sym typeface="Calibri"/>
              </a:defRPr>
            </a:lvl3pPr>
            <a:lvl4pPr lvl="3" rtl="0">
              <a:spcBef>
                <a:spcPts val="1600"/>
              </a:spcBef>
              <a:spcAft>
                <a:spcPts val="0"/>
              </a:spcAft>
              <a:buSzPts val="1500"/>
              <a:buFont typeface="Calibri"/>
              <a:buNone/>
              <a:defRPr sz="1500">
                <a:latin typeface="Calibri"/>
                <a:ea typeface="Calibri"/>
                <a:cs typeface="Calibri"/>
                <a:sym typeface="Calibri"/>
              </a:defRPr>
            </a:lvl4pPr>
            <a:lvl5pPr lvl="4" rtl="0">
              <a:spcBef>
                <a:spcPts val="1600"/>
              </a:spcBef>
              <a:spcAft>
                <a:spcPts val="0"/>
              </a:spcAft>
              <a:buSzPts val="1500"/>
              <a:buFont typeface="Calibri"/>
              <a:buNone/>
              <a:defRPr sz="1500">
                <a:latin typeface="Calibri"/>
                <a:ea typeface="Calibri"/>
                <a:cs typeface="Calibri"/>
                <a:sym typeface="Calibri"/>
              </a:defRPr>
            </a:lvl5pPr>
            <a:lvl6pPr lvl="5" rtl="0">
              <a:spcBef>
                <a:spcPts val="1600"/>
              </a:spcBef>
              <a:spcAft>
                <a:spcPts val="0"/>
              </a:spcAft>
              <a:buSzPts val="1500"/>
              <a:buFont typeface="Calibri"/>
              <a:buNone/>
              <a:defRPr sz="1500">
                <a:latin typeface="Calibri"/>
                <a:ea typeface="Calibri"/>
                <a:cs typeface="Calibri"/>
                <a:sym typeface="Calibri"/>
              </a:defRPr>
            </a:lvl6pPr>
            <a:lvl7pPr lvl="6" rtl="0">
              <a:spcBef>
                <a:spcPts val="1600"/>
              </a:spcBef>
              <a:spcAft>
                <a:spcPts val="0"/>
              </a:spcAft>
              <a:buSzPts val="1500"/>
              <a:buFont typeface="Calibri"/>
              <a:buNone/>
              <a:defRPr sz="1500">
                <a:latin typeface="Calibri"/>
                <a:ea typeface="Calibri"/>
                <a:cs typeface="Calibri"/>
                <a:sym typeface="Calibri"/>
              </a:defRPr>
            </a:lvl7pPr>
            <a:lvl8pPr lvl="7" rtl="0">
              <a:spcBef>
                <a:spcPts val="1600"/>
              </a:spcBef>
              <a:spcAft>
                <a:spcPts val="0"/>
              </a:spcAft>
              <a:buSzPts val="1500"/>
              <a:buFont typeface="Calibri"/>
              <a:buNone/>
              <a:defRPr sz="1500">
                <a:latin typeface="Calibri"/>
                <a:ea typeface="Calibri"/>
                <a:cs typeface="Calibri"/>
                <a:sym typeface="Calibri"/>
              </a:defRPr>
            </a:lvl8pPr>
            <a:lvl9pPr lvl="8" rtl="0">
              <a:spcBef>
                <a:spcPts val="1600"/>
              </a:spcBef>
              <a:spcAft>
                <a:spcPts val="1600"/>
              </a:spcAft>
              <a:buSzPts val="1500"/>
              <a:buFont typeface="Calibri"/>
              <a:buNone/>
              <a:defRPr sz="1500">
                <a:latin typeface="Calibri"/>
                <a:ea typeface="Calibri"/>
                <a:cs typeface="Calibri"/>
                <a:sym typeface="Calibri"/>
              </a:defRPr>
            </a:lvl9pPr>
          </a:lstStyle>
          <a:p>
            <a:endParaRPr/>
          </a:p>
        </p:txBody>
      </p:sp>
      <p:sp>
        <p:nvSpPr>
          <p:cNvPr id="196" name="Google Shape;196;p19"/>
          <p:cNvSpPr txBox="1">
            <a:spLocks noGrp="1"/>
          </p:cNvSpPr>
          <p:nvPr>
            <p:ph type="subTitle" idx="2"/>
          </p:nvPr>
        </p:nvSpPr>
        <p:spPr>
          <a:xfrm>
            <a:off x="365000" y="3839500"/>
            <a:ext cx="4120800" cy="438900"/>
          </a:xfrm>
          <a:prstGeom prst="rect">
            <a:avLst/>
          </a:prstGeom>
        </p:spPr>
        <p:txBody>
          <a:bodyPr spcFirstLastPara="1" wrap="square" lIns="91425" tIns="91425" rIns="91425" bIns="91425" anchor="t" anchorCtr="0">
            <a:noAutofit/>
          </a:bodyPr>
          <a:lstStyle>
            <a:lvl1pPr lvl="0" rtl="0">
              <a:spcBef>
                <a:spcPts val="0"/>
              </a:spcBef>
              <a:spcAft>
                <a:spcPts val="0"/>
              </a:spcAft>
              <a:buSzPts val="1900"/>
              <a:buFont typeface="Calibri"/>
              <a:buNone/>
              <a:defRPr sz="1900">
                <a:latin typeface="Calibri"/>
                <a:ea typeface="Calibri"/>
                <a:cs typeface="Calibri"/>
                <a:sym typeface="Calibri"/>
              </a:defRPr>
            </a:lvl1pPr>
            <a:lvl2pPr lvl="1" rtl="0">
              <a:spcBef>
                <a:spcPts val="1600"/>
              </a:spcBef>
              <a:spcAft>
                <a:spcPts val="0"/>
              </a:spcAft>
              <a:buSzPts val="1500"/>
              <a:buFont typeface="Calibri"/>
              <a:buNone/>
              <a:defRPr sz="1500">
                <a:latin typeface="Calibri"/>
                <a:ea typeface="Calibri"/>
                <a:cs typeface="Calibri"/>
                <a:sym typeface="Calibri"/>
              </a:defRPr>
            </a:lvl2pPr>
            <a:lvl3pPr lvl="2" rtl="0">
              <a:spcBef>
                <a:spcPts val="1600"/>
              </a:spcBef>
              <a:spcAft>
                <a:spcPts val="0"/>
              </a:spcAft>
              <a:buSzPts val="1500"/>
              <a:buFont typeface="Calibri"/>
              <a:buNone/>
              <a:defRPr sz="1500">
                <a:latin typeface="Calibri"/>
                <a:ea typeface="Calibri"/>
                <a:cs typeface="Calibri"/>
                <a:sym typeface="Calibri"/>
              </a:defRPr>
            </a:lvl3pPr>
            <a:lvl4pPr lvl="3" rtl="0">
              <a:spcBef>
                <a:spcPts val="1600"/>
              </a:spcBef>
              <a:spcAft>
                <a:spcPts val="0"/>
              </a:spcAft>
              <a:buSzPts val="1500"/>
              <a:buFont typeface="Calibri"/>
              <a:buNone/>
              <a:defRPr sz="1500">
                <a:latin typeface="Calibri"/>
                <a:ea typeface="Calibri"/>
                <a:cs typeface="Calibri"/>
                <a:sym typeface="Calibri"/>
              </a:defRPr>
            </a:lvl4pPr>
            <a:lvl5pPr lvl="4" rtl="0">
              <a:spcBef>
                <a:spcPts val="1600"/>
              </a:spcBef>
              <a:spcAft>
                <a:spcPts val="0"/>
              </a:spcAft>
              <a:buSzPts val="1500"/>
              <a:buFont typeface="Calibri"/>
              <a:buNone/>
              <a:defRPr sz="1500">
                <a:latin typeface="Calibri"/>
                <a:ea typeface="Calibri"/>
                <a:cs typeface="Calibri"/>
                <a:sym typeface="Calibri"/>
              </a:defRPr>
            </a:lvl5pPr>
            <a:lvl6pPr lvl="5" rtl="0">
              <a:spcBef>
                <a:spcPts val="1600"/>
              </a:spcBef>
              <a:spcAft>
                <a:spcPts val="0"/>
              </a:spcAft>
              <a:buSzPts val="1500"/>
              <a:buFont typeface="Calibri"/>
              <a:buNone/>
              <a:defRPr sz="1500">
                <a:latin typeface="Calibri"/>
                <a:ea typeface="Calibri"/>
                <a:cs typeface="Calibri"/>
                <a:sym typeface="Calibri"/>
              </a:defRPr>
            </a:lvl6pPr>
            <a:lvl7pPr lvl="6" rtl="0">
              <a:spcBef>
                <a:spcPts val="1600"/>
              </a:spcBef>
              <a:spcAft>
                <a:spcPts val="0"/>
              </a:spcAft>
              <a:buSzPts val="1500"/>
              <a:buFont typeface="Calibri"/>
              <a:buNone/>
              <a:defRPr sz="1500">
                <a:latin typeface="Calibri"/>
                <a:ea typeface="Calibri"/>
                <a:cs typeface="Calibri"/>
                <a:sym typeface="Calibri"/>
              </a:defRPr>
            </a:lvl7pPr>
            <a:lvl8pPr lvl="7" rtl="0">
              <a:spcBef>
                <a:spcPts val="1600"/>
              </a:spcBef>
              <a:spcAft>
                <a:spcPts val="0"/>
              </a:spcAft>
              <a:buSzPts val="1500"/>
              <a:buFont typeface="Calibri"/>
              <a:buNone/>
              <a:defRPr sz="1500">
                <a:latin typeface="Calibri"/>
                <a:ea typeface="Calibri"/>
                <a:cs typeface="Calibri"/>
                <a:sym typeface="Calibri"/>
              </a:defRPr>
            </a:lvl8pPr>
            <a:lvl9pPr lvl="8" rtl="0">
              <a:spcBef>
                <a:spcPts val="1600"/>
              </a:spcBef>
              <a:spcAft>
                <a:spcPts val="1600"/>
              </a:spcAft>
              <a:buSzPts val="1500"/>
              <a:buFont typeface="Calibri"/>
              <a:buNone/>
              <a:defRPr sz="1500">
                <a:latin typeface="Calibri"/>
                <a:ea typeface="Calibri"/>
                <a:cs typeface="Calibri"/>
                <a:sym typeface="Calibri"/>
              </a:defRPr>
            </a:lvl9pPr>
          </a:lstStyle>
          <a:p>
            <a:endParaRPr/>
          </a:p>
        </p:txBody>
      </p:sp>
      <p:sp>
        <p:nvSpPr>
          <p:cNvPr id="197" name="Google Shape;197;p19"/>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19"/>
          <p:cNvPicPr preferRelativeResize="0"/>
          <p:nvPr/>
        </p:nvPicPr>
        <p:blipFill>
          <a:blip r:embed="rId4">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erarchy">
  <p:cSld name="SECTION_HEADER_2_1_1_1_1">
    <p:bg>
      <p:bgPr>
        <a:solidFill>
          <a:schemeClr val="dk2"/>
        </a:solidFill>
        <a:effectLst/>
      </p:bgPr>
    </p:bg>
    <p:spTree>
      <p:nvGrpSpPr>
        <p:cNvPr id="1" name="Shape 201"/>
        <p:cNvGrpSpPr/>
        <p:nvPr/>
      </p:nvGrpSpPr>
      <p:grpSpPr>
        <a:xfrm>
          <a:off x="0" y="0"/>
          <a:ext cx="0" cy="0"/>
          <a:chOff x="0" y="0"/>
          <a:chExt cx="0" cy="0"/>
        </a:xfrm>
      </p:grpSpPr>
      <p:sp>
        <p:nvSpPr>
          <p:cNvPr id="202" name="Google Shape;202;p20"/>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0"/>
          <p:cNvSpPr txBox="1">
            <a:spLocks noGrp="1"/>
          </p:cNvSpPr>
          <p:nvPr>
            <p:ph type="title"/>
          </p:nvPr>
        </p:nvSpPr>
        <p:spPr>
          <a:xfrm>
            <a:off x="318550" y="-42275"/>
            <a:ext cx="8520600" cy="841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cxnSp>
        <p:nvCxnSpPr>
          <p:cNvPr id="204" name="Google Shape;204;p20"/>
          <p:cNvCxnSpPr>
            <a:stCxn id="205" idx="2"/>
            <a:endCxn id="206" idx="1"/>
          </p:cNvCxnSpPr>
          <p:nvPr/>
        </p:nvCxnSpPr>
        <p:spPr>
          <a:xfrm>
            <a:off x="2242650" y="2950450"/>
            <a:ext cx="609600" cy="9237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207" name="Google Shape;207;p20"/>
          <p:cNvCxnSpPr>
            <a:stCxn id="205" idx="2"/>
            <a:endCxn id="208" idx="1"/>
          </p:cNvCxnSpPr>
          <p:nvPr/>
        </p:nvCxnSpPr>
        <p:spPr>
          <a:xfrm rot="10800000" flipH="1">
            <a:off x="2242650" y="2054650"/>
            <a:ext cx="609600" cy="8958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205" name="Google Shape;205;p20"/>
          <p:cNvSpPr/>
          <p:nvPr/>
        </p:nvSpPr>
        <p:spPr>
          <a:xfrm rot="-5400000">
            <a:off x="359400" y="2687800"/>
            <a:ext cx="3241200" cy="5253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sp>
        <p:nvSpPr>
          <p:cNvPr id="208" name="Google Shape;208;p20"/>
          <p:cNvSpPr/>
          <p:nvPr/>
        </p:nvSpPr>
        <p:spPr>
          <a:xfrm>
            <a:off x="2852250" y="1791874"/>
            <a:ext cx="2020500" cy="525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sp>
        <p:nvSpPr>
          <p:cNvPr id="206" name="Google Shape;206;p20"/>
          <p:cNvSpPr/>
          <p:nvPr/>
        </p:nvSpPr>
        <p:spPr>
          <a:xfrm>
            <a:off x="2852250" y="3611474"/>
            <a:ext cx="2020500" cy="525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sp>
        <p:nvSpPr>
          <p:cNvPr id="209" name="Google Shape;209;p20"/>
          <p:cNvSpPr/>
          <p:nvPr/>
        </p:nvSpPr>
        <p:spPr>
          <a:xfrm>
            <a:off x="5406150" y="1328888"/>
            <a:ext cx="2020500" cy="5253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sp>
        <p:nvSpPr>
          <p:cNvPr id="210" name="Google Shape;210;p20"/>
          <p:cNvSpPr/>
          <p:nvPr/>
        </p:nvSpPr>
        <p:spPr>
          <a:xfrm>
            <a:off x="5406150" y="2235188"/>
            <a:ext cx="2020500" cy="5253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sp>
        <p:nvSpPr>
          <p:cNvPr id="211" name="Google Shape;211;p20"/>
          <p:cNvSpPr/>
          <p:nvPr/>
        </p:nvSpPr>
        <p:spPr>
          <a:xfrm>
            <a:off x="5406150" y="3140388"/>
            <a:ext cx="2020500" cy="5253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sp>
        <p:nvSpPr>
          <p:cNvPr id="212" name="Google Shape;212;p20"/>
          <p:cNvSpPr/>
          <p:nvPr/>
        </p:nvSpPr>
        <p:spPr>
          <a:xfrm>
            <a:off x="5406150" y="4046688"/>
            <a:ext cx="2020500" cy="5253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100">
              <a:solidFill>
                <a:srgbClr val="FFFFFF"/>
              </a:solidFill>
              <a:latin typeface="Roboto"/>
              <a:ea typeface="Roboto"/>
              <a:cs typeface="Roboto"/>
              <a:sym typeface="Roboto"/>
            </a:endParaRPr>
          </a:p>
        </p:txBody>
      </p:sp>
      <p:cxnSp>
        <p:nvCxnSpPr>
          <p:cNvPr id="213" name="Google Shape;213;p20"/>
          <p:cNvCxnSpPr>
            <a:stCxn id="208" idx="3"/>
            <a:endCxn id="209" idx="1"/>
          </p:cNvCxnSpPr>
          <p:nvPr/>
        </p:nvCxnSpPr>
        <p:spPr>
          <a:xfrm rot="10800000" flipH="1">
            <a:off x="4872750" y="1591624"/>
            <a:ext cx="533400" cy="4629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214" name="Google Shape;214;p20"/>
          <p:cNvCxnSpPr>
            <a:stCxn id="208" idx="3"/>
            <a:endCxn id="210" idx="1"/>
          </p:cNvCxnSpPr>
          <p:nvPr/>
        </p:nvCxnSpPr>
        <p:spPr>
          <a:xfrm>
            <a:off x="4872750" y="2054524"/>
            <a:ext cx="533400" cy="4434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215" name="Google Shape;215;p20"/>
          <p:cNvCxnSpPr>
            <a:stCxn id="211" idx="1"/>
            <a:endCxn id="206" idx="3"/>
          </p:cNvCxnSpPr>
          <p:nvPr/>
        </p:nvCxnSpPr>
        <p:spPr>
          <a:xfrm flipH="1">
            <a:off x="4872750" y="3403038"/>
            <a:ext cx="533400" cy="4710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216" name="Google Shape;216;p20"/>
          <p:cNvCxnSpPr>
            <a:stCxn id="212" idx="1"/>
            <a:endCxn id="206" idx="3"/>
          </p:cNvCxnSpPr>
          <p:nvPr/>
        </p:nvCxnSpPr>
        <p:spPr>
          <a:xfrm rot="10800000">
            <a:off x="4872750" y="3874038"/>
            <a:ext cx="533400" cy="4353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217" name="Google Shape;217;p20"/>
          <p:cNvSpPr txBox="1">
            <a:spLocks noGrp="1"/>
          </p:cNvSpPr>
          <p:nvPr>
            <p:ph type="subTitle" idx="1"/>
          </p:nvPr>
        </p:nvSpPr>
        <p:spPr>
          <a:xfrm>
            <a:off x="3010650" y="1885950"/>
            <a:ext cx="1685100" cy="3492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Font typeface="Calibri"/>
              <a:buNone/>
              <a:defRPr sz="1600">
                <a:latin typeface="Calibri"/>
                <a:ea typeface="Calibri"/>
                <a:cs typeface="Calibri"/>
                <a:sym typeface="Calibri"/>
              </a:defRPr>
            </a:lvl1pPr>
            <a:lvl2pPr lvl="1">
              <a:spcBef>
                <a:spcPts val="1600"/>
              </a:spcBef>
              <a:spcAft>
                <a:spcPts val="0"/>
              </a:spcAft>
              <a:buSzPts val="1400"/>
              <a:buFont typeface="Calibri"/>
              <a:buNone/>
              <a:defRPr>
                <a:latin typeface="Calibri"/>
                <a:ea typeface="Calibri"/>
                <a:cs typeface="Calibri"/>
                <a:sym typeface="Calibri"/>
              </a:defRPr>
            </a:lvl2pPr>
            <a:lvl3pPr lvl="2">
              <a:spcBef>
                <a:spcPts val="1600"/>
              </a:spcBef>
              <a:spcAft>
                <a:spcPts val="0"/>
              </a:spcAft>
              <a:buSzPts val="1400"/>
              <a:buFont typeface="Calibri"/>
              <a:buNone/>
              <a:defRPr>
                <a:latin typeface="Calibri"/>
                <a:ea typeface="Calibri"/>
                <a:cs typeface="Calibri"/>
                <a:sym typeface="Calibri"/>
              </a:defRPr>
            </a:lvl3pPr>
            <a:lvl4pPr lvl="3">
              <a:spcBef>
                <a:spcPts val="1600"/>
              </a:spcBef>
              <a:spcAft>
                <a:spcPts val="0"/>
              </a:spcAft>
              <a:buSzPts val="1400"/>
              <a:buFont typeface="Calibri"/>
              <a:buNone/>
              <a:defRPr>
                <a:latin typeface="Calibri"/>
                <a:ea typeface="Calibri"/>
                <a:cs typeface="Calibri"/>
                <a:sym typeface="Calibri"/>
              </a:defRPr>
            </a:lvl4pPr>
            <a:lvl5pPr lvl="4">
              <a:spcBef>
                <a:spcPts val="1600"/>
              </a:spcBef>
              <a:spcAft>
                <a:spcPts val="0"/>
              </a:spcAft>
              <a:buSzPts val="1400"/>
              <a:buFont typeface="Calibri"/>
              <a:buNone/>
              <a:defRPr>
                <a:latin typeface="Calibri"/>
                <a:ea typeface="Calibri"/>
                <a:cs typeface="Calibri"/>
                <a:sym typeface="Calibri"/>
              </a:defRPr>
            </a:lvl5pPr>
            <a:lvl6pPr lvl="5">
              <a:spcBef>
                <a:spcPts val="1600"/>
              </a:spcBef>
              <a:spcAft>
                <a:spcPts val="0"/>
              </a:spcAft>
              <a:buSzPts val="1400"/>
              <a:buFont typeface="Calibri"/>
              <a:buNone/>
              <a:defRPr>
                <a:latin typeface="Calibri"/>
                <a:ea typeface="Calibri"/>
                <a:cs typeface="Calibri"/>
                <a:sym typeface="Calibri"/>
              </a:defRPr>
            </a:lvl6pPr>
            <a:lvl7pPr lvl="6">
              <a:spcBef>
                <a:spcPts val="1600"/>
              </a:spcBef>
              <a:spcAft>
                <a:spcPts val="0"/>
              </a:spcAft>
              <a:buSzPts val="1400"/>
              <a:buFont typeface="Calibri"/>
              <a:buNone/>
              <a:defRPr>
                <a:latin typeface="Calibri"/>
                <a:ea typeface="Calibri"/>
                <a:cs typeface="Calibri"/>
                <a:sym typeface="Calibri"/>
              </a:defRPr>
            </a:lvl7pPr>
            <a:lvl8pPr lvl="7">
              <a:spcBef>
                <a:spcPts val="1600"/>
              </a:spcBef>
              <a:spcAft>
                <a:spcPts val="0"/>
              </a:spcAft>
              <a:buSzPts val="1400"/>
              <a:buFont typeface="Calibri"/>
              <a:buNone/>
              <a:defRPr>
                <a:latin typeface="Calibri"/>
                <a:ea typeface="Calibri"/>
                <a:cs typeface="Calibri"/>
                <a:sym typeface="Calibri"/>
              </a:defRPr>
            </a:lvl8pPr>
            <a:lvl9pPr lvl="8">
              <a:spcBef>
                <a:spcPts val="1600"/>
              </a:spcBef>
              <a:spcAft>
                <a:spcPts val="1600"/>
              </a:spcAft>
              <a:buSzPts val="1400"/>
              <a:buFont typeface="Calibri"/>
              <a:buNone/>
              <a:defRPr>
                <a:latin typeface="Calibri"/>
                <a:ea typeface="Calibri"/>
                <a:cs typeface="Calibri"/>
                <a:sym typeface="Calibri"/>
              </a:defRPr>
            </a:lvl9pPr>
          </a:lstStyle>
          <a:p>
            <a:endParaRPr/>
          </a:p>
        </p:txBody>
      </p:sp>
      <p:sp>
        <p:nvSpPr>
          <p:cNvPr id="218" name="Google Shape;218;p20"/>
          <p:cNvSpPr txBox="1">
            <a:spLocks noGrp="1"/>
          </p:cNvSpPr>
          <p:nvPr>
            <p:ph type="subTitle" idx="2"/>
          </p:nvPr>
        </p:nvSpPr>
        <p:spPr>
          <a:xfrm>
            <a:off x="3019950" y="3699525"/>
            <a:ext cx="1685100" cy="3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Calibri"/>
              <a:buNone/>
              <a:defRPr sz="1600">
                <a:latin typeface="Calibri"/>
                <a:ea typeface="Calibri"/>
                <a:cs typeface="Calibri"/>
                <a:sym typeface="Calibri"/>
              </a:defRPr>
            </a:lvl1pPr>
            <a:lvl2pPr lvl="1" algn="ctr" rtl="0">
              <a:spcBef>
                <a:spcPts val="1600"/>
              </a:spcBef>
              <a:spcAft>
                <a:spcPts val="0"/>
              </a:spcAft>
              <a:buSzPts val="1400"/>
              <a:buFont typeface="Calibri"/>
              <a:buNone/>
              <a:defRPr>
                <a:latin typeface="Calibri"/>
                <a:ea typeface="Calibri"/>
                <a:cs typeface="Calibri"/>
                <a:sym typeface="Calibri"/>
              </a:defRPr>
            </a:lvl2pPr>
            <a:lvl3pPr lvl="2" algn="ctr" rtl="0">
              <a:spcBef>
                <a:spcPts val="1600"/>
              </a:spcBef>
              <a:spcAft>
                <a:spcPts val="0"/>
              </a:spcAft>
              <a:buSzPts val="1400"/>
              <a:buFont typeface="Calibri"/>
              <a:buNone/>
              <a:defRPr>
                <a:latin typeface="Calibri"/>
                <a:ea typeface="Calibri"/>
                <a:cs typeface="Calibri"/>
                <a:sym typeface="Calibri"/>
              </a:defRPr>
            </a:lvl3pPr>
            <a:lvl4pPr lvl="3" algn="ctr" rtl="0">
              <a:spcBef>
                <a:spcPts val="1600"/>
              </a:spcBef>
              <a:spcAft>
                <a:spcPts val="0"/>
              </a:spcAft>
              <a:buSzPts val="1400"/>
              <a:buFont typeface="Calibri"/>
              <a:buNone/>
              <a:defRPr>
                <a:latin typeface="Calibri"/>
                <a:ea typeface="Calibri"/>
                <a:cs typeface="Calibri"/>
                <a:sym typeface="Calibri"/>
              </a:defRPr>
            </a:lvl4pPr>
            <a:lvl5pPr lvl="4" algn="ctr" rtl="0">
              <a:spcBef>
                <a:spcPts val="1600"/>
              </a:spcBef>
              <a:spcAft>
                <a:spcPts val="0"/>
              </a:spcAft>
              <a:buSzPts val="1400"/>
              <a:buFont typeface="Calibri"/>
              <a:buNone/>
              <a:defRPr>
                <a:latin typeface="Calibri"/>
                <a:ea typeface="Calibri"/>
                <a:cs typeface="Calibri"/>
                <a:sym typeface="Calibri"/>
              </a:defRPr>
            </a:lvl5pPr>
            <a:lvl6pPr lvl="5" algn="ctr" rtl="0">
              <a:spcBef>
                <a:spcPts val="1600"/>
              </a:spcBef>
              <a:spcAft>
                <a:spcPts val="0"/>
              </a:spcAft>
              <a:buSzPts val="1400"/>
              <a:buFont typeface="Calibri"/>
              <a:buNone/>
              <a:defRPr>
                <a:latin typeface="Calibri"/>
                <a:ea typeface="Calibri"/>
                <a:cs typeface="Calibri"/>
                <a:sym typeface="Calibri"/>
              </a:defRPr>
            </a:lvl6pPr>
            <a:lvl7pPr lvl="6" algn="ctr" rtl="0">
              <a:spcBef>
                <a:spcPts val="1600"/>
              </a:spcBef>
              <a:spcAft>
                <a:spcPts val="0"/>
              </a:spcAft>
              <a:buSzPts val="1400"/>
              <a:buFont typeface="Calibri"/>
              <a:buNone/>
              <a:defRPr>
                <a:latin typeface="Calibri"/>
                <a:ea typeface="Calibri"/>
                <a:cs typeface="Calibri"/>
                <a:sym typeface="Calibri"/>
              </a:defRPr>
            </a:lvl7pPr>
            <a:lvl8pPr lvl="7" algn="ctr" rtl="0">
              <a:spcBef>
                <a:spcPts val="1600"/>
              </a:spcBef>
              <a:spcAft>
                <a:spcPts val="0"/>
              </a:spcAft>
              <a:buSzPts val="1400"/>
              <a:buFont typeface="Calibri"/>
              <a:buNone/>
              <a:defRPr>
                <a:latin typeface="Calibri"/>
                <a:ea typeface="Calibri"/>
                <a:cs typeface="Calibri"/>
                <a:sym typeface="Calibri"/>
              </a:defRPr>
            </a:lvl8pPr>
            <a:lvl9pPr lvl="8" algn="ctr" rtl="0">
              <a:spcBef>
                <a:spcPts val="1600"/>
              </a:spcBef>
              <a:spcAft>
                <a:spcPts val="1600"/>
              </a:spcAft>
              <a:buSzPts val="1400"/>
              <a:buFont typeface="Calibri"/>
              <a:buNone/>
              <a:defRPr>
                <a:latin typeface="Calibri"/>
                <a:ea typeface="Calibri"/>
                <a:cs typeface="Calibri"/>
                <a:sym typeface="Calibri"/>
              </a:defRPr>
            </a:lvl9pPr>
          </a:lstStyle>
          <a:p>
            <a:endParaRPr/>
          </a:p>
        </p:txBody>
      </p:sp>
      <p:sp>
        <p:nvSpPr>
          <p:cNvPr id="219" name="Google Shape;219;p20"/>
          <p:cNvSpPr txBox="1">
            <a:spLocks noGrp="1"/>
          </p:cNvSpPr>
          <p:nvPr>
            <p:ph type="subTitle" idx="3"/>
          </p:nvPr>
        </p:nvSpPr>
        <p:spPr>
          <a:xfrm rot="-5400000">
            <a:off x="368250" y="2775850"/>
            <a:ext cx="3223500" cy="3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Calibri"/>
              <a:buNone/>
              <a:defRPr sz="1600">
                <a:latin typeface="Calibri"/>
                <a:ea typeface="Calibri"/>
                <a:cs typeface="Calibri"/>
                <a:sym typeface="Calibri"/>
              </a:defRPr>
            </a:lvl1pPr>
            <a:lvl2pPr lvl="1" rtl="0">
              <a:spcBef>
                <a:spcPts val="1600"/>
              </a:spcBef>
              <a:spcAft>
                <a:spcPts val="0"/>
              </a:spcAft>
              <a:buSzPts val="1400"/>
              <a:buFont typeface="Calibri"/>
              <a:buNone/>
              <a:defRPr>
                <a:latin typeface="Calibri"/>
                <a:ea typeface="Calibri"/>
                <a:cs typeface="Calibri"/>
                <a:sym typeface="Calibri"/>
              </a:defRPr>
            </a:lvl2pPr>
            <a:lvl3pPr lvl="2" rtl="0">
              <a:spcBef>
                <a:spcPts val="1600"/>
              </a:spcBef>
              <a:spcAft>
                <a:spcPts val="0"/>
              </a:spcAft>
              <a:buSzPts val="1400"/>
              <a:buFont typeface="Calibri"/>
              <a:buNone/>
              <a:defRPr>
                <a:latin typeface="Calibri"/>
                <a:ea typeface="Calibri"/>
                <a:cs typeface="Calibri"/>
                <a:sym typeface="Calibri"/>
              </a:defRPr>
            </a:lvl3pPr>
            <a:lvl4pPr lvl="3" rtl="0">
              <a:spcBef>
                <a:spcPts val="1600"/>
              </a:spcBef>
              <a:spcAft>
                <a:spcPts val="0"/>
              </a:spcAft>
              <a:buSzPts val="1400"/>
              <a:buFont typeface="Calibri"/>
              <a:buNone/>
              <a:defRPr>
                <a:latin typeface="Calibri"/>
                <a:ea typeface="Calibri"/>
                <a:cs typeface="Calibri"/>
                <a:sym typeface="Calibri"/>
              </a:defRPr>
            </a:lvl4pPr>
            <a:lvl5pPr lvl="4" rtl="0">
              <a:spcBef>
                <a:spcPts val="1600"/>
              </a:spcBef>
              <a:spcAft>
                <a:spcPts val="0"/>
              </a:spcAft>
              <a:buSzPts val="1400"/>
              <a:buFont typeface="Calibri"/>
              <a:buNone/>
              <a:defRPr>
                <a:latin typeface="Calibri"/>
                <a:ea typeface="Calibri"/>
                <a:cs typeface="Calibri"/>
                <a:sym typeface="Calibri"/>
              </a:defRPr>
            </a:lvl5pPr>
            <a:lvl6pPr lvl="5" rtl="0">
              <a:spcBef>
                <a:spcPts val="1600"/>
              </a:spcBef>
              <a:spcAft>
                <a:spcPts val="0"/>
              </a:spcAft>
              <a:buSzPts val="1400"/>
              <a:buFont typeface="Calibri"/>
              <a:buNone/>
              <a:defRPr>
                <a:latin typeface="Calibri"/>
                <a:ea typeface="Calibri"/>
                <a:cs typeface="Calibri"/>
                <a:sym typeface="Calibri"/>
              </a:defRPr>
            </a:lvl6pPr>
            <a:lvl7pPr lvl="6" rtl="0">
              <a:spcBef>
                <a:spcPts val="1600"/>
              </a:spcBef>
              <a:spcAft>
                <a:spcPts val="0"/>
              </a:spcAft>
              <a:buSzPts val="1400"/>
              <a:buFont typeface="Calibri"/>
              <a:buNone/>
              <a:defRPr>
                <a:latin typeface="Calibri"/>
                <a:ea typeface="Calibri"/>
                <a:cs typeface="Calibri"/>
                <a:sym typeface="Calibri"/>
              </a:defRPr>
            </a:lvl7pPr>
            <a:lvl8pPr lvl="7" rtl="0">
              <a:spcBef>
                <a:spcPts val="1600"/>
              </a:spcBef>
              <a:spcAft>
                <a:spcPts val="0"/>
              </a:spcAft>
              <a:buSzPts val="1400"/>
              <a:buFont typeface="Calibri"/>
              <a:buNone/>
              <a:defRPr>
                <a:latin typeface="Calibri"/>
                <a:ea typeface="Calibri"/>
                <a:cs typeface="Calibri"/>
                <a:sym typeface="Calibri"/>
              </a:defRPr>
            </a:lvl8pPr>
            <a:lvl9pPr lvl="8" rtl="0">
              <a:spcBef>
                <a:spcPts val="1600"/>
              </a:spcBef>
              <a:spcAft>
                <a:spcPts val="1600"/>
              </a:spcAft>
              <a:buSzPts val="1400"/>
              <a:buFont typeface="Calibri"/>
              <a:buNone/>
              <a:defRPr>
                <a:latin typeface="Calibri"/>
                <a:ea typeface="Calibri"/>
                <a:cs typeface="Calibri"/>
                <a:sym typeface="Calibri"/>
              </a:defRPr>
            </a:lvl9pPr>
          </a:lstStyle>
          <a:p>
            <a:endParaRPr/>
          </a:p>
        </p:txBody>
      </p:sp>
      <p:sp>
        <p:nvSpPr>
          <p:cNvPr id="220" name="Google Shape;220;p20"/>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0"/>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0"/>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3" name="Google Shape;223;p20"/>
          <p:cNvPicPr preferRelativeResize="0"/>
          <p:nvPr/>
        </p:nvPicPr>
        <p:blipFill>
          <a:blip r:embed="rId2">
            <a:alphaModFix/>
          </a:blip>
          <a:stretch>
            <a:fillRect/>
          </a:stretch>
        </p:blipFill>
        <p:spPr>
          <a:xfrm>
            <a:off x="0" y="4689650"/>
            <a:ext cx="457200" cy="457200"/>
          </a:xfrm>
          <a:prstGeom prst="rect">
            <a:avLst/>
          </a:prstGeom>
          <a:noFill/>
          <a:ln>
            <a:noFill/>
          </a:ln>
        </p:spPr>
      </p:pic>
      <p:sp>
        <p:nvSpPr>
          <p:cNvPr id="224" name="Google Shape;224;p20"/>
          <p:cNvSpPr txBox="1">
            <a:spLocks noGrp="1"/>
          </p:cNvSpPr>
          <p:nvPr>
            <p:ph type="subTitle" idx="4"/>
          </p:nvPr>
        </p:nvSpPr>
        <p:spPr>
          <a:xfrm>
            <a:off x="5573850" y="1416950"/>
            <a:ext cx="1685100" cy="3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Calibri"/>
              <a:buNone/>
              <a:defRPr sz="1600" b="0">
                <a:latin typeface="Calibri"/>
                <a:ea typeface="Calibri"/>
                <a:cs typeface="Calibri"/>
                <a:sym typeface="Calibri"/>
              </a:defRPr>
            </a:lvl1pPr>
            <a:lvl2pPr lvl="1" algn="ctr" rtl="0">
              <a:spcBef>
                <a:spcPts val="1600"/>
              </a:spcBef>
              <a:spcAft>
                <a:spcPts val="0"/>
              </a:spcAft>
              <a:buSzPts val="1400"/>
              <a:buFont typeface="Calibri"/>
              <a:buNone/>
              <a:defRPr>
                <a:latin typeface="Calibri"/>
                <a:ea typeface="Calibri"/>
                <a:cs typeface="Calibri"/>
                <a:sym typeface="Calibri"/>
              </a:defRPr>
            </a:lvl2pPr>
            <a:lvl3pPr lvl="2" algn="ctr" rtl="0">
              <a:spcBef>
                <a:spcPts val="1600"/>
              </a:spcBef>
              <a:spcAft>
                <a:spcPts val="0"/>
              </a:spcAft>
              <a:buSzPts val="1400"/>
              <a:buFont typeface="Calibri"/>
              <a:buNone/>
              <a:defRPr>
                <a:latin typeface="Calibri"/>
                <a:ea typeface="Calibri"/>
                <a:cs typeface="Calibri"/>
                <a:sym typeface="Calibri"/>
              </a:defRPr>
            </a:lvl3pPr>
            <a:lvl4pPr lvl="3" algn="ctr" rtl="0">
              <a:spcBef>
                <a:spcPts val="1600"/>
              </a:spcBef>
              <a:spcAft>
                <a:spcPts val="0"/>
              </a:spcAft>
              <a:buSzPts val="1400"/>
              <a:buFont typeface="Calibri"/>
              <a:buNone/>
              <a:defRPr>
                <a:latin typeface="Calibri"/>
                <a:ea typeface="Calibri"/>
                <a:cs typeface="Calibri"/>
                <a:sym typeface="Calibri"/>
              </a:defRPr>
            </a:lvl4pPr>
            <a:lvl5pPr lvl="4" algn="ctr" rtl="0">
              <a:spcBef>
                <a:spcPts val="1600"/>
              </a:spcBef>
              <a:spcAft>
                <a:spcPts val="0"/>
              </a:spcAft>
              <a:buSzPts val="1400"/>
              <a:buFont typeface="Calibri"/>
              <a:buNone/>
              <a:defRPr>
                <a:latin typeface="Calibri"/>
                <a:ea typeface="Calibri"/>
                <a:cs typeface="Calibri"/>
                <a:sym typeface="Calibri"/>
              </a:defRPr>
            </a:lvl5pPr>
            <a:lvl6pPr lvl="5" algn="ctr" rtl="0">
              <a:spcBef>
                <a:spcPts val="1600"/>
              </a:spcBef>
              <a:spcAft>
                <a:spcPts val="0"/>
              </a:spcAft>
              <a:buSzPts val="1400"/>
              <a:buFont typeface="Calibri"/>
              <a:buNone/>
              <a:defRPr>
                <a:latin typeface="Calibri"/>
                <a:ea typeface="Calibri"/>
                <a:cs typeface="Calibri"/>
                <a:sym typeface="Calibri"/>
              </a:defRPr>
            </a:lvl6pPr>
            <a:lvl7pPr lvl="6" algn="ctr" rtl="0">
              <a:spcBef>
                <a:spcPts val="1600"/>
              </a:spcBef>
              <a:spcAft>
                <a:spcPts val="0"/>
              </a:spcAft>
              <a:buSzPts val="1400"/>
              <a:buFont typeface="Calibri"/>
              <a:buNone/>
              <a:defRPr>
                <a:latin typeface="Calibri"/>
                <a:ea typeface="Calibri"/>
                <a:cs typeface="Calibri"/>
                <a:sym typeface="Calibri"/>
              </a:defRPr>
            </a:lvl7pPr>
            <a:lvl8pPr lvl="7" algn="ctr" rtl="0">
              <a:spcBef>
                <a:spcPts val="1600"/>
              </a:spcBef>
              <a:spcAft>
                <a:spcPts val="0"/>
              </a:spcAft>
              <a:buSzPts val="1400"/>
              <a:buFont typeface="Calibri"/>
              <a:buNone/>
              <a:defRPr>
                <a:latin typeface="Calibri"/>
                <a:ea typeface="Calibri"/>
                <a:cs typeface="Calibri"/>
                <a:sym typeface="Calibri"/>
              </a:defRPr>
            </a:lvl8pPr>
            <a:lvl9pPr lvl="8" algn="ctr" rtl="0">
              <a:spcBef>
                <a:spcPts val="1600"/>
              </a:spcBef>
              <a:spcAft>
                <a:spcPts val="1600"/>
              </a:spcAft>
              <a:buSzPts val="1400"/>
              <a:buFont typeface="Calibri"/>
              <a:buNone/>
              <a:defRPr>
                <a:latin typeface="Calibri"/>
                <a:ea typeface="Calibri"/>
                <a:cs typeface="Calibri"/>
                <a:sym typeface="Calibri"/>
              </a:defRPr>
            </a:lvl9pPr>
          </a:lstStyle>
          <a:p>
            <a:endParaRPr/>
          </a:p>
        </p:txBody>
      </p:sp>
      <p:sp>
        <p:nvSpPr>
          <p:cNvPr id="225" name="Google Shape;225;p20"/>
          <p:cNvSpPr txBox="1">
            <a:spLocks noGrp="1"/>
          </p:cNvSpPr>
          <p:nvPr>
            <p:ph type="subTitle" idx="5"/>
          </p:nvPr>
        </p:nvSpPr>
        <p:spPr>
          <a:xfrm>
            <a:off x="5573850" y="2327950"/>
            <a:ext cx="1685100" cy="3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Calibri"/>
              <a:buNone/>
              <a:defRPr sz="1600" b="0">
                <a:latin typeface="Calibri"/>
                <a:ea typeface="Calibri"/>
                <a:cs typeface="Calibri"/>
                <a:sym typeface="Calibri"/>
              </a:defRPr>
            </a:lvl1pPr>
            <a:lvl2pPr lvl="1" algn="ctr" rtl="0">
              <a:spcBef>
                <a:spcPts val="1600"/>
              </a:spcBef>
              <a:spcAft>
                <a:spcPts val="0"/>
              </a:spcAft>
              <a:buSzPts val="1400"/>
              <a:buFont typeface="Calibri"/>
              <a:buNone/>
              <a:defRPr>
                <a:latin typeface="Calibri"/>
                <a:ea typeface="Calibri"/>
                <a:cs typeface="Calibri"/>
                <a:sym typeface="Calibri"/>
              </a:defRPr>
            </a:lvl2pPr>
            <a:lvl3pPr lvl="2" algn="ctr" rtl="0">
              <a:spcBef>
                <a:spcPts val="1600"/>
              </a:spcBef>
              <a:spcAft>
                <a:spcPts val="0"/>
              </a:spcAft>
              <a:buSzPts val="1400"/>
              <a:buFont typeface="Calibri"/>
              <a:buNone/>
              <a:defRPr>
                <a:latin typeface="Calibri"/>
                <a:ea typeface="Calibri"/>
                <a:cs typeface="Calibri"/>
                <a:sym typeface="Calibri"/>
              </a:defRPr>
            </a:lvl3pPr>
            <a:lvl4pPr lvl="3" algn="ctr" rtl="0">
              <a:spcBef>
                <a:spcPts val="1600"/>
              </a:spcBef>
              <a:spcAft>
                <a:spcPts val="0"/>
              </a:spcAft>
              <a:buSzPts val="1400"/>
              <a:buFont typeface="Calibri"/>
              <a:buNone/>
              <a:defRPr>
                <a:latin typeface="Calibri"/>
                <a:ea typeface="Calibri"/>
                <a:cs typeface="Calibri"/>
                <a:sym typeface="Calibri"/>
              </a:defRPr>
            </a:lvl4pPr>
            <a:lvl5pPr lvl="4" algn="ctr" rtl="0">
              <a:spcBef>
                <a:spcPts val="1600"/>
              </a:spcBef>
              <a:spcAft>
                <a:spcPts val="0"/>
              </a:spcAft>
              <a:buSzPts val="1400"/>
              <a:buFont typeface="Calibri"/>
              <a:buNone/>
              <a:defRPr>
                <a:latin typeface="Calibri"/>
                <a:ea typeface="Calibri"/>
                <a:cs typeface="Calibri"/>
                <a:sym typeface="Calibri"/>
              </a:defRPr>
            </a:lvl5pPr>
            <a:lvl6pPr lvl="5" algn="ctr" rtl="0">
              <a:spcBef>
                <a:spcPts val="1600"/>
              </a:spcBef>
              <a:spcAft>
                <a:spcPts val="0"/>
              </a:spcAft>
              <a:buSzPts val="1400"/>
              <a:buFont typeface="Calibri"/>
              <a:buNone/>
              <a:defRPr>
                <a:latin typeface="Calibri"/>
                <a:ea typeface="Calibri"/>
                <a:cs typeface="Calibri"/>
                <a:sym typeface="Calibri"/>
              </a:defRPr>
            </a:lvl6pPr>
            <a:lvl7pPr lvl="6" algn="ctr" rtl="0">
              <a:spcBef>
                <a:spcPts val="1600"/>
              </a:spcBef>
              <a:spcAft>
                <a:spcPts val="0"/>
              </a:spcAft>
              <a:buSzPts val="1400"/>
              <a:buFont typeface="Calibri"/>
              <a:buNone/>
              <a:defRPr>
                <a:latin typeface="Calibri"/>
                <a:ea typeface="Calibri"/>
                <a:cs typeface="Calibri"/>
                <a:sym typeface="Calibri"/>
              </a:defRPr>
            </a:lvl7pPr>
            <a:lvl8pPr lvl="7" algn="ctr" rtl="0">
              <a:spcBef>
                <a:spcPts val="1600"/>
              </a:spcBef>
              <a:spcAft>
                <a:spcPts val="0"/>
              </a:spcAft>
              <a:buSzPts val="1400"/>
              <a:buFont typeface="Calibri"/>
              <a:buNone/>
              <a:defRPr>
                <a:latin typeface="Calibri"/>
                <a:ea typeface="Calibri"/>
                <a:cs typeface="Calibri"/>
                <a:sym typeface="Calibri"/>
              </a:defRPr>
            </a:lvl8pPr>
            <a:lvl9pPr lvl="8" algn="ctr" rtl="0">
              <a:spcBef>
                <a:spcPts val="1600"/>
              </a:spcBef>
              <a:spcAft>
                <a:spcPts val="1600"/>
              </a:spcAft>
              <a:buSzPts val="1400"/>
              <a:buFont typeface="Calibri"/>
              <a:buNone/>
              <a:defRPr>
                <a:latin typeface="Calibri"/>
                <a:ea typeface="Calibri"/>
                <a:cs typeface="Calibri"/>
                <a:sym typeface="Calibri"/>
              </a:defRPr>
            </a:lvl9pPr>
          </a:lstStyle>
          <a:p>
            <a:endParaRPr/>
          </a:p>
        </p:txBody>
      </p:sp>
      <p:sp>
        <p:nvSpPr>
          <p:cNvPr id="226" name="Google Shape;226;p20"/>
          <p:cNvSpPr txBox="1">
            <a:spLocks noGrp="1"/>
          </p:cNvSpPr>
          <p:nvPr>
            <p:ph type="subTitle" idx="6"/>
          </p:nvPr>
        </p:nvSpPr>
        <p:spPr>
          <a:xfrm>
            <a:off x="5573850" y="3229000"/>
            <a:ext cx="1685100" cy="3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Calibri"/>
              <a:buNone/>
              <a:defRPr sz="1600" b="0">
                <a:latin typeface="Calibri"/>
                <a:ea typeface="Calibri"/>
                <a:cs typeface="Calibri"/>
                <a:sym typeface="Calibri"/>
              </a:defRPr>
            </a:lvl1pPr>
            <a:lvl2pPr lvl="1" algn="ctr" rtl="0">
              <a:spcBef>
                <a:spcPts val="1600"/>
              </a:spcBef>
              <a:spcAft>
                <a:spcPts val="0"/>
              </a:spcAft>
              <a:buSzPts val="1400"/>
              <a:buFont typeface="Calibri"/>
              <a:buNone/>
              <a:defRPr>
                <a:latin typeface="Calibri"/>
                <a:ea typeface="Calibri"/>
                <a:cs typeface="Calibri"/>
                <a:sym typeface="Calibri"/>
              </a:defRPr>
            </a:lvl2pPr>
            <a:lvl3pPr lvl="2" algn="ctr" rtl="0">
              <a:spcBef>
                <a:spcPts val="1600"/>
              </a:spcBef>
              <a:spcAft>
                <a:spcPts val="0"/>
              </a:spcAft>
              <a:buSzPts val="1400"/>
              <a:buFont typeface="Calibri"/>
              <a:buNone/>
              <a:defRPr>
                <a:latin typeface="Calibri"/>
                <a:ea typeface="Calibri"/>
                <a:cs typeface="Calibri"/>
                <a:sym typeface="Calibri"/>
              </a:defRPr>
            </a:lvl3pPr>
            <a:lvl4pPr lvl="3" algn="ctr" rtl="0">
              <a:spcBef>
                <a:spcPts val="1600"/>
              </a:spcBef>
              <a:spcAft>
                <a:spcPts val="0"/>
              </a:spcAft>
              <a:buSzPts val="1400"/>
              <a:buFont typeface="Calibri"/>
              <a:buNone/>
              <a:defRPr>
                <a:latin typeface="Calibri"/>
                <a:ea typeface="Calibri"/>
                <a:cs typeface="Calibri"/>
                <a:sym typeface="Calibri"/>
              </a:defRPr>
            </a:lvl4pPr>
            <a:lvl5pPr lvl="4" algn="ctr" rtl="0">
              <a:spcBef>
                <a:spcPts val="1600"/>
              </a:spcBef>
              <a:spcAft>
                <a:spcPts val="0"/>
              </a:spcAft>
              <a:buSzPts val="1400"/>
              <a:buFont typeface="Calibri"/>
              <a:buNone/>
              <a:defRPr>
                <a:latin typeface="Calibri"/>
                <a:ea typeface="Calibri"/>
                <a:cs typeface="Calibri"/>
                <a:sym typeface="Calibri"/>
              </a:defRPr>
            </a:lvl5pPr>
            <a:lvl6pPr lvl="5" algn="ctr" rtl="0">
              <a:spcBef>
                <a:spcPts val="1600"/>
              </a:spcBef>
              <a:spcAft>
                <a:spcPts val="0"/>
              </a:spcAft>
              <a:buSzPts val="1400"/>
              <a:buFont typeface="Calibri"/>
              <a:buNone/>
              <a:defRPr>
                <a:latin typeface="Calibri"/>
                <a:ea typeface="Calibri"/>
                <a:cs typeface="Calibri"/>
                <a:sym typeface="Calibri"/>
              </a:defRPr>
            </a:lvl6pPr>
            <a:lvl7pPr lvl="6" algn="ctr" rtl="0">
              <a:spcBef>
                <a:spcPts val="1600"/>
              </a:spcBef>
              <a:spcAft>
                <a:spcPts val="0"/>
              </a:spcAft>
              <a:buSzPts val="1400"/>
              <a:buFont typeface="Calibri"/>
              <a:buNone/>
              <a:defRPr>
                <a:latin typeface="Calibri"/>
                <a:ea typeface="Calibri"/>
                <a:cs typeface="Calibri"/>
                <a:sym typeface="Calibri"/>
              </a:defRPr>
            </a:lvl7pPr>
            <a:lvl8pPr lvl="7" algn="ctr" rtl="0">
              <a:spcBef>
                <a:spcPts val="1600"/>
              </a:spcBef>
              <a:spcAft>
                <a:spcPts val="0"/>
              </a:spcAft>
              <a:buSzPts val="1400"/>
              <a:buFont typeface="Calibri"/>
              <a:buNone/>
              <a:defRPr>
                <a:latin typeface="Calibri"/>
                <a:ea typeface="Calibri"/>
                <a:cs typeface="Calibri"/>
                <a:sym typeface="Calibri"/>
              </a:defRPr>
            </a:lvl8pPr>
            <a:lvl9pPr lvl="8" algn="ctr" rtl="0">
              <a:spcBef>
                <a:spcPts val="1600"/>
              </a:spcBef>
              <a:spcAft>
                <a:spcPts val="1600"/>
              </a:spcAft>
              <a:buSzPts val="1400"/>
              <a:buFont typeface="Calibri"/>
              <a:buNone/>
              <a:defRPr>
                <a:latin typeface="Calibri"/>
                <a:ea typeface="Calibri"/>
                <a:cs typeface="Calibri"/>
                <a:sym typeface="Calibri"/>
              </a:defRPr>
            </a:lvl9pPr>
          </a:lstStyle>
          <a:p>
            <a:endParaRPr/>
          </a:p>
        </p:txBody>
      </p:sp>
      <p:sp>
        <p:nvSpPr>
          <p:cNvPr id="227" name="Google Shape;227;p20"/>
          <p:cNvSpPr txBox="1">
            <a:spLocks noGrp="1"/>
          </p:cNvSpPr>
          <p:nvPr>
            <p:ph type="subTitle" idx="7"/>
          </p:nvPr>
        </p:nvSpPr>
        <p:spPr>
          <a:xfrm>
            <a:off x="5573850" y="4134750"/>
            <a:ext cx="1685100" cy="34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Font typeface="Calibri"/>
              <a:buNone/>
              <a:defRPr sz="1600" b="0">
                <a:latin typeface="Calibri"/>
                <a:ea typeface="Calibri"/>
                <a:cs typeface="Calibri"/>
                <a:sym typeface="Calibri"/>
              </a:defRPr>
            </a:lvl1pPr>
            <a:lvl2pPr lvl="1" algn="ctr" rtl="0">
              <a:spcBef>
                <a:spcPts val="1600"/>
              </a:spcBef>
              <a:spcAft>
                <a:spcPts val="0"/>
              </a:spcAft>
              <a:buSzPts val="1400"/>
              <a:buFont typeface="Calibri"/>
              <a:buNone/>
              <a:defRPr>
                <a:latin typeface="Calibri"/>
                <a:ea typeface="Calibri"/>
                <a:cs typeface="Calibri"/>
                <a:sym typeface="Calibri"/>
              </a:defRPr>
            </a:lvl2pPr>
            <a:lvl3pPr lvl="2" algn="ctr" rtl="0">
              <a:spcBef>
                <a:spcPts val="1600"/>
              </a:spcBef>
              <a:spcAft>
                <a:spcPts val="0"/>
              </a:spcAft>
              <a:buSzPts val="1400"/>
              <a:buFont typeface="Calibri"/>
              <a:buNone/>
              <a:defRPr>
                <a:latin typeface="Calibri"/>
                <a:ea typeface="Calibri"/>
                <a:cs typeface="Calibri"/>
                <a:sym typeface="Calibri"/>
              </a:defRPr>
            </a:lvl3pPr>
            <a:lvl4pPr lvl="3" algn="ctr" rtl="0">
              <a:spcBef>
                <a:spcPts val="1600"/>
              </a:spcBef>
              <a:spcAft>
                <a:spcPts val="0"/>
              </a:spcAft>
              <a:buSzPts val="1400"/>
              <a:buFont typeface="Calibri"/>
              <a:buNone/>
              <a:defRPr>
                <a:latin typeface="Calibri"/>
                <a:ea typeface="Calibri"/>
                <a:cs typeface="Calibri"/>
                <a:sym typeface="Calibri"/>
              </a:defRPr>
            </a:lvl4pPr>
            <a:lvl5pPr lvl="4" algn="ctr" rtl="0">
              <a:spcBef>
                <a:spcPts val="1600"/>
              </a:spcBef>
              <a:spcAft>
                <a:spcPts val="0"/>
              </a:spcAft>
              <a:buSzPts val="1400"/>
              <a:buFont typeface="Calibri"/>
              <a:buNone/>
              <a:defRPr>
                <a:latin typeface="Calibri"/>
                <a:ea typeface="Calibri"/>
                <a:cs typeface="Calibri"/>
                <a:sym typeface="Calibri"/>
              </a:defRPr>
            </a:lvl5pPr>
            <a:lvl6pPr lvl="5" algn="ctr" rtl="0">
              <a:spcBef>
                <a:spcPts val="1600"/>
              </a:spcBef>
              <a:spcAft>
                <a:spcPts val="0"/>
              </a:spcAft>
              <a:buSzPts val="1400"/>
              <a:buFont typeface="Calibri"/>
              <a:buNone/>
              <a:defRPr>
                <a:latin typeface="Calibri"/>
                <a:ea typeface="Calibri"/>
                <a:cs typeface="Calibri"/>
                <a:sym typeface="Calibri"/>
              </a:defRPr>
            </a:lvl6pPr>
            <a:lvl7pPr lvl="6" algn="ctr" rtl="0">
              <a:spcBef>
                <a:spcPts val="1600"/>
              </a:spcBef>
              <a:spcAft>
                <a:spcPts val="0"/>
              </a:spcAft>
              <a:buSzPts val="1400"/>
              <a:buFont typeface="Calibri"/>
              <a:buNone/>
              <a:defRPr>
                <a:latin typeface="Calibri"/>
                <a:ea typeface="Calibri"/>
                <a:cs typeface="Calibri"/>
                <a:sym typeface="Calibri"/>
              </a:defRPr>
            </a:lvl7pPr>
            <a:lvl8pPr lvl="7" algn="ctr" rtl="0">
              <a:spcBef>
                <a:spcPts val="1600"/>
              </a:spcBef>
              <a:spcAft>
                <a:spcPts val="0"/>
              </a:spcAft>
              <a:buSzPts val="1400"/>
              <a:buFont typeface="Calibri"/>
              <a:buNone/>
              <a:defRPr>
                <a:latin typeface="Calibri"/>
                <a:ea typeface="Calibri"/>
                <a:cs typeface="Calibri"/>
                <a:sym typeface="Calibri"/>
              </a:defRPr>
            </a:lvl8pPr>
            <a:lvl9pPr lvl="8" algn="ctr" rtl="0">
              <a:spcBef>
                <a:spcPts val="1600"/>
              </a:spcBef>
              <a:spcAft>
                <a:spcPts val="1600"/>
              </a:spcAft>
              <a:buSzPts val="1400"/>
              <a:buFont typeface="Calibri"/>
              <a:buNone/>
              <a:defRPr>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roject Goals">
  <p:cSld name="SECTION_HEADER_2_1_1_1_1_1">
    <p:bg>
      <p:bgPr>
        <a:solidFill>
          <a:schemeClr val="dk2"/>
        </a:solidFill>
        <a:effectLst/>
      </p:bgPr>
    </p:bg>
    <p:spTree>
      <p:nvGrpSpPr>
        <p:cNvPr id="1" name="Shape 228"/>
        <p:cNvGrpSpPr/>
        <p:nvPr/>
      </p:nvGrpSpPr>
      <p:grpSpPr>
        <a:xfrm>
          <a:off x="0" y="0"/>
          <a:ext cx="0" cy="0"/>
          <a:chOff x="0" y="0"/>
          <a:chExt cx="0" cy="0"/>
        </a:xfrm>
      </p:grpSpPr>
      <p:sp>
        <p:nvSpPr>
          <p:cNvPr id="229" name="Google Shape;229;p21"/>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1"/>
          <p:cNvSpPr txBox="1">
            <a:spLocks noGrp="1"/>
          </p:cNvSpPr>
          <p:nvPr>
            <p:ph type="title"/>
          </p:nvPr>
        </p:nvSpPr>
        <p:spPr>
          <a:xfrm>
            <a:off x="318550" y="-42275"/>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sp>
        <p:nvSpPr>
          <p:cNvPr id="231" name="Google Shape;231;p21"/>
          <p:cNvSpPr/>
          <p:nvPr/>
        </p:nvSpPr>
        <p:spPr>
          <a:xfrm>
            <a:off x="1491575" y="1263425"/>
            <a:ext cx="6388200" cy="1032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1"/>
          <p:cNvSpPr/>
          <p:nvPr/>
        </p:nvSpPr>
        <p:spPr>
          <a:xfrm>
            <a:off x="1073200" y="1263425"/>
            <a:ext cx="1032300" cy="1032300"/>
          </a:xfrm>
          <a:prstGeom prst="ellipse">
            <a:avLst/>
          </a:prstGeom>
          <a:solidFill>
            <a:schemeClr val="accent1"/>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chemeClr val="dk2"/>
              </a:solidFill>
              <a:latin typeface="Calibri"/>
              <a:ea typeface="Calibri"/>
              <a:cs typeface="Calibri"/>
              <a:sym typeface="Calibri"/>
            </a:endParaRPr>
          </a:p>
        </p:txBody>
      </p:sp>
      <p:sp>
        <p:nvSpPr>
          <p:cNvPr id="233" name="Google Shape;233;p21"/>
          <p:cNvSpPr/>
          <p:nvPr/>
        </p:nvSpPr>
        <p:spPr>
          <a:xfrm>
            <a:off x="1491575" y="2437650"/>
            <a:ext cx="6388200" cy="1032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1"/>
          <p:cNvSpPr/>
          <p:nvPr/>
        </p:nvSpPr>
        <p:spPr>
          <a:xfrm>
            <a:off x="1073200" y="2437650"/>
            <a:ext cx="1032300" cy="1032300"/>
          </a:xfrm>
          <a:prstGeom prst="ellipse">
            <a:avLst/>
          </a:prstGeom>
          <a:solidFill>
            <a:schemeClr val="accent3"/>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chemeClr val="dk2"/>
              </a:solidFill>
              <a:latin typeface="Calibri"/>
              <a:ea typeface="Calibri"/>
              <a:cs typeface="Calibri"/>
              <a:sym typeface="Calibri"/>
            </a:endParaRPr>
          </a:p>
        </p:txBody>
      </p:sp>
      <p:sp>
        <p:nvSpPr>
          <p:cNvPr id="235" name="Google Shape;235;p21"/>
          <p:cNvSpPr/>
          <p:nvPr/>
        </p:nvSpPr>
        <p:spPr>
          <a:xfrm>
            <a:off x="1491575" y="3611875"/>
            <a:ext cx="6388200" cy="103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1"/>
          <p:cNvSpPr/>
          <p:nvPr/>
        </p:nvSpPr>
        <p:spPr>
          <a:xfrm>
            <a:off x="1073200" y="3611875"/>
            <a:ext cx="1032300" cy="1032300"/>
          </a:xfrm>
          <a:prstGeom prst="ellipse">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chemeClr val="dk2"/>
              </a:solidFill>
              <a:latin typeface="Calibri"/>
              <a:ea typeface="Calibri"/>
              <a:cs typeface="Calibri"/>
              <a:sym typeface="Calibri"/>
            </a:endParaRPr>
          </a:p>
        </p:txBody>
      </p:sp>
      <p:sp>
        <p:nvSpPr>
          <p:cNvPr id="237" name="Google Shape;237;p21"/>
          <p:cNvSpPr txBox="1">
            <a:spLocks noGrp="1"/>
          </p:cNvSpPr>
          <p:nvPr>
            <p:ph type="subTitle" idx="1"/>
          </p:nvPr>
        </p:nvSpPr>
        <p:spPr>
          <a:xfrm>
            <a:off x="2228850" y="1358675"/>
            <a:ext cx="5459100" cy="8418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2pPr>
            <a:lvl3pPr lvl="2">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3pPr>
            <a:lvl4pPr lvl="3">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4pPr>
            <a:lvl5pPr lvl="4">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5pPr>
            <a:lvl6pPr lvl="5">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6pPr>
            <a:lvl7pPr lvl="6">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7pPr>
            <a:lvl8pPr lvl="7">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8pPr>
            <a:lvl9pPr lvl="8">
              <a:spcBef>
                <a:spcPts val="1600"/>
              </a:spcBef>
              <a:spcAft>
                <a:spcPts val="1600"/>
              </a:spcAft>
              <a:buClr>
                <a:schemeClr val="dk2"/>
              </a:buClr>
              <a:buSzPts val="1500"/>
              <a:buFont typeface="Calibri"/>
              <a:buNone/>
              <a:defRPr sz="1500">
                <a:solidFill>
                  <a:schemeClr val="dk2"/>
                </a:solidFill>
                <a:latin typeface="Calibri"/>
                <a:ea typeface="Calibri"/>
                <a:cs typeface="Calibri"/>
                <a:sym typeface="Calibri"/>
              </a:defRPr>
            </a:lvl9pPr>
          </a:lstStyle>
          <a:p>
            <a:endParaRPr/>
          </a:p>
        </p:txBody>
      </p:sp>
      <p:sp>
        <p:nvSpPr>
          <p:cNvPr id="238" name="Google Shape;238;p21"/>
          <p:cNvSpPr txBox="1">
            <a:spLocks noGrp="1"/>
          </p:cNvSpPr>
          <p:nvPr>
            <p:ph type="subTitle" idx="2"/>
          </p:nvPr>
        </p:nvSpPr>
        <p:spPr>
          <a:xfrm>
            <a:off x="2228850" y="2532900"/>
            <a:ext cx="5459100" cy="84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2pPr>
            <a:lvl3pPr lvl="2"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3pPr>
            <a:lvl4pPr lvl="3"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4pPr>
            <a:lvl5pPr lvl="4"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5pPr>
            <a:lvl6pPr lvl="5"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6pPr>
            <a:lvl7pPr lvl="6"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7pPr>
            <a:lvl8pPr lvl="7"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8pPr>
            <a:lvl9pPr lvl="8" rtl="0">
              <a:spcBef>
                <a:spcPts val="1600"/>
              </a:spcBef>
              <a:spcAft>
                <a:spcPts val="1600"/>
              </a:spcAft>
              <a:buClr>
                <a:schemeClr val="dk2"/>
              </a:buClr>
              <a:buSzPts val="1500"/>
              <a:buFont typeface="Calibri"/>
              <a:buNone/>
              <a:defRPr sz="1500">
                <a:solidFill>
                  <a:schemeClr val="dk2"/>
                </a:solidFill>
                <a:latin typeface="Calibri"/>
                <a:ea typeface="Calibri"/>
                <a:cs typeface="Calibri"/>
                <a:sym typeface="Calibri"/>
              </a:defRPr>
            </a:lvl9pPr>
          </a:lstStyle>
          <a:p>
            <a:endParaRPr/>
          </a:p>
        </p:txBody>
      </p:sp>
      <p:sp>
        <p:nvSpPr>
          <p:cNvPr id="239" name="Google Shape;239;p21"/>
          <p:cNvSpPr txBox="1">
            <a:spLocks noGrp="1"/>
          </p:cNvSpPr>
          <p:nvPr>
            <p:ph type="subTitle" idx="3"/>
          </p:nvPr>
        </p:nvSpPr>
        <p:spPr>
          <a:xfrm>
            <a:off x="2228850" y="3707125"/>
            <a:ext cx="5459100" cy="841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2pPr>
            <a:lvl3pPr lvl="2"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3pPr>
            <a:lvl4pPr lvl="3"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4pPr>
            <a:lvl5pPr lvl="4"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5pPr>
            <a:lvl6pPr lvl="5"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6pPr>
            <a:lvl7pPr lvl="6"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7pPr>
            <a:lvl8pPr lvl="7" rtl="0">
              <a:spcBef>
                <a:spcPts val="1600"/>
              </a:spcBef>
              <a:spcAft>
                <a:spcPts val="0"/>
              </a:spcAft>
              <a:buClr>
                <a:schemeClr val="dk2"/>
              </a:buClr>
              <a:buSzPts val="1500"/>
              <a:buFont typeface="Calibri"/>
              <a:buNone/>
              <a:defRPr sz="1500">
                <a:solidFill>
                  <a:schemeClr val="dk2"/>
                </a:solidFill>
                <a:latin typeface="Calibri"/>
                <a:ea typeface="Calibri"/>
                <a:cs typeface="Calibri"/>
                <a:sym typeface="Calibri"/>
              </a:defRPr>
            </a:lvl8pPr>
            <a:lvl9pPr lvl="8" rtl="0">
              <a:spcBef>
                <a:spcPts val="1600"/>
              </a:spcBef>
              <a:spcAft>
                <a:spcPts val="1600"/>
              </a:spcAft>
              <a:buClr>
                <a:schemeClr val="dk2"/>
              </a:buClr>
              <a:buSzPts val="1500"/>
              <a:buFont typeface="Calibri"/>
              <a:buNone/>
              <a:defRPr sz="1500">
                <a:solidFill>
                  <a:schemeClr val="dk2"/>
                </a:solidFill>
                <a:latin typeface="Calibri"/>
                <a:ea typeface="Calibri"/>
                <a:cs typeface="Calibri"/>
                <a:sym typeface="Calibri"/>
              </a:defRPr>
            </a:lvl9pPr>
          </a:lstStyle>
          <a:p>
            <a:endParaRPr/>
          </a:p>
        </p:txBody>
      </p:sp>
      <p:sp>
        <p:nvSpPr>
          <p:cNvPr id="240" name="Google Shape;240;p21"/>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1"/>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1"/>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3" name="Google Shape;243;p21"/>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rocess">
  <p:cSld name="SECTION_HEADER_2_1_1_1_1_1_1">
    <p:bg>
      <p:bgPr>
        <a:solidFill>
          <a:schemeClr val="dk2"/>
        </a:solidFill>
        <a:effectLst/>
      </p:bgPr>
    </p:bg>
    <p:spTree>
      <p:nvGrpSpPr>
        <p:cNvPr id="1" name="Shape 244"/>
        <p:cNvGrpSpPr/>
        <p:nvPr/>
      </p:nvGrpSpPr>
      <p:grpSpPr>
        <a:xfrm>
          <a:off x="0" y="0"/>
          <a:ext cx="0" cy="0"/>
          <a:chOff x="0" y="0"/>
          <a:chExt cx="0" cy="0"/>
        </a:xfrm>
      </p:grpSpPr>
      <p:sp>
        <p:nvSpPr>
          <p:cNvPr id="245" name="Google Shape;245;p22"/>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2"/>
          <p:cNvSpPr txBox="1">
            <a:spLocks noGrp="1"/>
          </p:cNvSpPr>
          <p:nvPr>
            <p:ph type="title"/>
          </p:nvPr>
        </p:nvSpPr>
        <p:spPr>
          <a:xfrm>
            <a:off x="318550" y="-42275"/>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sp>
        <p:nvSpPr>
          <p:cNvPr id="247" name="Google Shape;247;p22"/>
          <p:cNvSpPr/>
          <p:nvPr/>
        </p:nvSpPr>
        <p:spPr>
          <a:xfrm>
            <a:off x="710138" y="2692963"/>
            <a:ext cx="2569500" cy="10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2"/>
          <p:cNvSpPr/>
          <p:nvPr/>
        </p:nvSpPr>
        <p:spPr>
          <a:xfrm>
            <a:off x="3279538" y="2381513"/>
            <a:ext cx="2569500" cy="10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2"/>
          <p:cNvSpPr/>
          <p:nvPr/>
        </p:nvSpPr>
        <p:spPr>
          <a:xfrm>
            <a:off x="5819363" y="2078538"/>
            <a:ext cx="2599200" cy="10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2"/>
          <p:cNvSpPr/>
          <p:nvPr/>
        </p:nvSpPr>
        <p:spPr>
          <a:xfrm rot="5400000">
            <a:off x="3026688" y="2537238"/>
            <a:ext cx="414600" cy="10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2"/>
          <p:cNvSpPr/>
          <p:nvPr/>
        </p:nvSpPr>
        <p:spPr>
          <a:xfrm rot="5400000">
            <a:off x="5597488" y="2229288"/>
            <a:ext cx="404700" cy="10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a:off x="392800" y="2537263"/>
            <a:ext cx="414600" cy="414600"/>
          </a:xfrm>
          <a:prstGeom prst="donut">
            <a:avLst>
              <a:gd name="adj" fmla="val 25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2"/>
          <p:cNvSpPr/>
          <p:nvPr/>
        </p:nvSpPr>
        <p:spPr>
          <a:xfrm>
            <a:off x="8361800" y="1922838"/>
            <a:ext cx="414600" cy="41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2"/>
          <p:cNvSpPr txBox="1">
            <a:spLocks noGrp="1"/>
          </p:cNvSpPr>
          <p:nvPr>
            <p:ph type="subTitle" idx="1"/>
          </p:nvPr>
        </p:nvSpPr>
        <p:spPr>
          <a:xfrm>
            <a:off x="883850" y="1555800"/>
            <a:ext cx="2222100" cy="1045500"/>
          </a:xfrm>
          <a:prstGeom prst="rect">
            <a:avLst/>
          </a:prstGeom>
        </p:spPr>
        <p:txBody>
          <a:bodyPr spcFirstLastPara="1" wrap="square" lIns="91425" tIns="91425" rIns="91425" bIns="91425" anchor="t" anchorCtr="0">
            <a:noAutofit/>
          </a:bodyPr>
          <a:lstStyle>
            <a:lvl1pPr lvl="0">
              <a:spcBef>
                <a:spcPts val="0"/>
              </a:spcBef>
              <a:spcAft>
                <a:spcPts val="0"/>
              </a:spcAft>
              <a:buSzPts val="2000"/>
              <a:buFont typeface="Calibri"/>
              <a:buNone/>
              <a:defRPr sz="2000">
                <a:latin typeface="Calibri"/>
                <a:ea typeface="Calibri"/>
                <a:cs typeface="Calibri"/>
                <a:sym typeface="Calibri"/>
              </a:defRPr>
            </a:lvl1pPr>
            <a:lvl2pPr lvl="1">
              <a:spcBef>
                <a:spcPts val="1600"/>
              </a:spcBef>
              <a:spcAft>
                <a:spcPts val="0"/>
              </a:spcAft>
              <a:buSzPts val="1600"/>
              <a:buFont typeface="Calibri"/>
              <a:buNone/>
              <a:defRPr sz="1600">
                <a:latin typeface="Calibri"/>
                <a:ea typeface="Calibri"/>
                <a:cs typeface="Calibri"/>
                <a:sym typeface="Calibri"/>
              </a:defRPr>
            </a:lvl2pPr>
            <a:lvl3pPr lvl="2">
              <a:spcBef>
                <a:spcPts val="1600"/>
              </a:spcBef>
              <a:spcAft>
                <a:spcPts val="0"/>
              </a:spcAft>
              <a:buSzPts val="1600"/>
              <a:buFont typeface="Calibri"/>
              <a:buNone/>
              <a:defRPr sz="1600">
                <a:latin typeface="Calibri"/>
                <a:ea typeface="Calibri"/>
                <a:cs typeface="Calibri"/>
                <a:sym typeface="Calibri"/>
              </a:defRPr>
            </a:lvl3pPr>
            <a:lvl4pPr lvl="3">
              <a:spcBef>
                <a:spcPts val="1600"/>
              </a:spcBef>
              <a:spcAft>
                <a:spcPts val="0"/>
              </a:spcAft>
              <a:buSzPts val="1600"/>
              <a:buFont typeface="Calibri"/>
              <a:buNone/>
              <a:defRPr sz="1600">
                <a:latin typeface="Calibri"/>
                <a:ea typeface="Calibri"/>
                <a:cs typeface="Calibri"/>
                <a:sym typeface="Calibri"/>
              </a:defRPr>
            </a:lvl4pPr>
            <a:lvl5pPr lvl="4">
              <a:spcBef>
                <a:spcPts val="1600"/>
              </a:spcBef>
              <a:spcAft>
                <a:spcPts val="0"/>
              </a:spcAft>
              <a:buSzPts val="1600"/>
              <a:buFont typeface="Calibri"/>
              <a:buNone/>
              <a:defRPr sz="1600">
                <a:latin typeface="Calibri"/>
                <a:ea typeface="Calibri"/>
                <a:cs typeface="Calibri"/>
                <a:sym typeface="Calibri"/>
              </a:defRPr>
            </a:lvl5pPr>
            <a:lvl6pPr lvl="5">
              <a:spcBef>
                <a:spcPts val="1600"/>
              </a:spcBef>
              <a:spcAft>
                <a:spcPts val="0"/>
              </a:spcAft>
              <a:buSzPts val="1600"/>
              <a:buFont typeface="Calibri"/>
              <a:buNone/>
              <a:defRPr sz="1600">
                <a:latin typeface="Calibri"/>
                <a:ea typeface="Calibri"/>
                <a:cs typeface="Calibri"/>
                <a:sym typeface="Calibri"/>
              </a:defRPr>
            </a:lvl6pPr>
            <a:lvl7pPr lvl="6">
              <a:spcBef>
                <a:spcPts val="1600"/>
              </a:spcBef>
              <a:spcAft>
                <a:spcPts val="0"/>
              </a:spcAft>
              <a:buSzPts val="1600"/>
              <a:buFont typeface="Calibri"/>
              <a:buNone/>
              <a:defRPr sz="1600">
                <a:latin typeface="Calibri"/>
                <a:ea typeface="Calibri"/>
                <a:cs typeface="Calibri"/>
                <a:sym typeface="Calibri"/>
              </a:defRPr>
            </a:lvl7pPr>
            <a:lvl8pPr lvl="7">
              <a:spcBef>
                <a:spcPts val="1600"/>
              </a:spcBef>
              <a:spcAft>
                <a:spcPts val="0"/>
              </a:spcAft>
              <a:buSzPts val="1600"/>
              <a:buFont typeface="Calibri"/>
              <a:buNone/>
              <a:defRPr sz="1600">
                <a:latin typeface="Calibri"/>
                <a:ea typeface="Calibri"/>
                <a:cs typeface="Calibri"/>
                <a:sym typeface="Calibri"/>
              </a:defRPr>
            </a:lvl8pPr>
            <a:lvl9pPr lvl="8">
              <a:spcBef>
                <a:spcPts val="1600"/>
              </a:spcBef>
              <a:spcAft>
                <a:spcPts val="1600"/>
              </a:spcAft>
              <a:buSzPts val="1600"/>
              <a:buFont typeface="Calibri"/>
              <a:buNone/>
              <a:defRPr sz="1600">
                <a:latin typeface="Calibri"/>
                <a:ea typeface="Calibri"/>
                <a:cs typeface="Calibri"/>
                <a:sym typeface="Calibri"/>
              </a:defRPr>
            </a:lvl9pPr>
          </a:lstStyle>
          <a:p>
            <a:endParaRPr/>
          </a:p>
        </p:txBody>
      </p:sp>
      <p:sp>
        <p:nvSpPr>
          <p:cNvPr id="255" name="Google Shape;255;p22"/>
          <p:cNvSpPr txBox="1">
            <a:spLocks noGrp="1"/>
          </p:cNvSpPr>
          <p:nvPr>
            <p:ph type="subTitle" idx="2"/>
          </p:nvPr>
        </p:nvSpPr>
        <p:spPr>
          <a:xfrm>
            <a:off x="3331450" y="1242825"/>
            <a:ext cx="2222100" cy="10455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Calibri"/>
              <a:buNone/>
              <a:defRPr sz="2000">
                <a:latin typeface="Calibri"/>
                <a:ea typeface="Calibri"/>
                <a:cs typeface="Calibri"/>
                <a:sym typeface="Calibri"/>
              </a:defRPr>
            </a:lvl1pPr>
            <a:lvl2pPr lvl="1" rtl="0">
              <a:spcBef>
                <a:spcPts val="1600"/>
              </a:spcBef>
              <a:spcAft>
                <a:spcPts val="0"/>
              </a:spcAft>
              <a:buSzPts val="1600"/>
              <a:buFont typeface="Calibri"/>
              <a:buNone/>
              <a:defRPr sz="1600">
                <a:latin typeface="Calibri"/>
                <a:ea typeface="Calibri"/>
                <a:cs typeface="Calibri"/>
                <a:sym typeface="Calibri"/>
              </a:defRPr>
            </a:lvl2pPr>
            <a:lvl3pPr lvl="2" rtl="0">
              <a:spcBef>
                <a:spcPts val="1600"/>
              </a:spcBef>
              <a:spcAft>
                <a:spcPts val="0"/>
              </a:spcAft>
              <a:buSzPts val="1600"/>
              <a:buFont typeface="Calibri"/>
              <a:buNone/>
              <a:defRPr sz="1600">
                <a:latin typeface="Calibri"/>
                <a:ea typeface="Calibri"/>
                <a:cs typeface="Calibri"/>
                <a:sym typeface="Calibri"/>
              </a:defRPr>
            </a:lvl3pPr>
            <a:lvl4pPr lvl="3" rtl="0">
              <a:spcBef>
                <a:spcPts val="1600"/>
              </a:spcBef>
              <a:spcAft>
                <a:spcPts val="0"/>
              </a:spcAft>
              <a:buSzPts val="1600"/>
              <a:buFont typeface="Calibri"/>
              <a:buNone/>
              <a:defRPr sz="1600">
                <a:latin typeface="Calibri"/>
                <a:ea typeface="Calibri"/>
                <a:cs typeface="Calibri"/>
                <a:sym typeface="Calibri"/>
              </a:defRPr>
            </a:lvl4pPr>
            <a:lvl5pPr lvl="4" rtl="0">
              <a:spcBef>
                <a:spcPts val="1600"/>
              </a:spcBef>
              <a:spcAft>
                <a:spcPts val="0"/>
              </a:spcAft>
              <a:buSzPts val="1600"/>
              <a:buFont typeface="Calibri"/>
              <a:buNone/>
              <a:defRPr sz="1600">
                <a:latin typeface="Calibri"/>
                <a:ea typeface="Calibri"/>
                <a:cs typeface="Calibri"/>
                <a:sym typeface="Calibri"/>
              </a:defRPr>
            </a:lvl5pPr>
            <a:lvl6pPr lvl="5" rtl="0">
              <a:spcBef>
                <a:spcPts val="1600"/>
              </a:spcBef>
              <a:spcAft>
                <a:spcPts val="0"/>
              </a:spcAft>
              <a:buSzPts val="1600"/>
              <a:buFont typeface="Calibri"/>
              <a:buNone/>
              <a:defRPr sz="1600">
                <a:latin typeface="Calibri"/>
                <a:ea typeface="Calibri"/>
                <a:cs typeface="Calibri"/>
                <a:sym typeface="Calibri"/>
              </a:defRPr>
            </a:lvl6pPr>
            <a:lvl7pPr lvl="6" rtl="0">
              <a:spcBef>
                <a:spcPts val="1600"/>
              </a:spcBef>
              <a:spcAft>
                <a:spcPts val="0"/>
              </a:spcAft>
              <a:buSzPts val="1600"/>
              <a:buFont typeface="Calibri"/>
              <a:buNone/>
              <a:defRPr sz="1600">
                <a:latin typeface="Calibri"/>
                <a:ea typeface="Calibri"/>
                <a:cs typeface="Calibri"/>
                <a:sym typeface="Calibri"/>
              </a:defRPr>
            </a:lvl7pPr>
            <a:lvl8pPr lvl="7" rtl="0">
              <a:spcBef>
                <a:spcPts val="1600"/>
              </a:spcBef>
              <a:spcAft>
                <a:spcPts val="0"/>
              </a:spcAft>
              <a:buSzPts val="1600"/>
              <a:buFont typeface="Calibri"/>
              <a:buNone/>
              <a:defRPr sz="1600">
                <a:latin typeface="Calibri"/>
                <a:ea typeface="Calibri"/>
                <a:cs typeface="Calibri"/>
                <a:sym typeface="Calibri"/>
              </a:defRPr>
            </a:lvl8pPr>
            <a:lvl9pPr lvl="8" rtl="0">
              <a:spcBef>
                <a:spcPts val="1600"/>
              </a:spcBef>
              <a:spcAft>
                <a:spcPts val="1600"/>
              </a:spcAft>
              <a:buSzPts val="1600"/>
              <a:buFont typeface="Calibri"/>
              <a:buNone/>
              <a:defRPr sz="1600">
                <a:latin typeface="Calibri"/>
                <a:ea typeface="Calibri"/>
                <a:cs typeface="Calibri"/>
                <a:sym typeface="Calibri"/>
              </a:defRPr>
            </a:lvl9pPr>
          </a:lstStyle>
          <a:p>
            <a:endParaRPr/>
          </a:p>
        </p:txBody>
      </p:sp>
      <p:sp>
        <p:nvSpPr>
          <p:cNvPr id="256" name="Google Shape;256;p22"/>
          <p:cNvSpPr txBox="1">
            <a:spLocks noGrp="1"/>
          </p:cNvSpPr>
          <p:nvPr>
            <p:ph type="subTitle" idx="3"/>
          </p:nvPr>
        </p:nvSpPr>
        <p:spPr>
          <a:xfrm>
            <a:off x="6007925" y="907425"/>
            <a:ext cx="2222100" cy="10455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Font typeface="Calibri"/>
              <a:buNone/>
              <a:defRPr sz="2000">
                <a:latin typeface="Calibri"/>
                <a:ea typeface="Calibri"/>
                <a:cs typeface="Calibri"/>
                <a:sym typeface="Calibri"/>
              </a:defRPr>
            </a:lvl1pPr>
            <a:lvl2pPr lvl="1" rtl="0">
              <a:spcBef>
                <a:spcPts val="1600"/>
              </a:spcBef>
              <a:spcAft>
                <a:spcPts val="0"/>
              </a:spcAft>
              <a:buSzPts val="1600"/>
              <a:buFont typeface="Calibri"/>
              <a:buNone/>
              <a:defRPr sz="1600">
                <a:latin typeface="Calibri"/>
                <a:ea typeface="Calibri"/>
                <a:cs typeface="Calibri"/>
                <a:sym typeface="Calibri"/>
              </a:defRPr>
            </a:lvl2pPr>
            <a:lvl3pPr lvl="2" rtl="0">
              <a:spcBef>
                <a:spcPts val="1600"/>
              </a:spcBef>
              <a:spcAft>
                <a:spcPts val="0"/>
              </a:spcAft>
              <a:buSzPts val="1600"/>
              <a:buFont typeface="Calibri"/>
              <a:buNone/>
              <a:defRPr sz="1600">
                <a:latin typeface="Calibri"/>
                <a:ea typeface="Calibri"/>
                <a:cs typeface="Calibri"/>
                <a:sym typeface="Calibri"/>
              </a:defRPr>
            </a:lvl3pPr>
            <a:lvl4pPr lvl="3" rtl="0">
              <a:spcBef>
                <a:spcPts val="1600"/>
              </a:spcBef>
              <a:spcAft>
                <a:spcPts val="0"/>
              </a:spcAft>
              <a:buSzPts val="1600"/>
              <a:buFont typeface="Calibri"/>
              <a:buNone/>
              <a:defRPr sz="1600">
                <a:latin typeface="Calibri"/>
                <a:ea typeface="Calibri"/>
                <a:cs typeface="Calibri"/>
                <a:sym typeface="Calibri"/>
              </a:defRPr>
            </a:lvl4pPr>
            <a:lvl5pPr lvl="4" rtl="0">
              <a:spcBef>
                <a:spcPts val="1600"/>
              </a:spcBef>
              <a:spcAft>
                <a:spcPts val="0"/>
              </a:spcAft>
              <a:buSzPts val="1600"/>
              <a:buFont typeface="Calibri"/>
              <a:buNone/>
              <a:defRPr sz="1600">
                <a:latin typeface="Calibri"/>
                <a:ea typeface="Calibri"/>
                <a:cs typeface="Calibri"/>
                <a:sym typeface="Calibri"/>
              </a:defRPr>
            </a:lvl5pPr>
            <a:lvl6pPr lvl="5" rtl="0">
              <a:spcBef>
                <a:spcPts val="1600"/>
              </a:spcBef>
              <a:spcAft>
                <a:spcPts val="0"/>
              </a:spcAft>
              <a:buSzPts val="1600"/>
              <a:buFont typeface="Calibri"/>
              <a:buNone/>
              <a:defRPr sz="1600">
                <a:latin typeface="Calibri"/>
                <a:ea typeface="Calibri"/>
                <a:cs typeface="Calibri"/>
                <a:sym typeface="Calibri"/>
              </a:defRPr>
            </a:lvl6pPr>
            <a:lvl7pPr lvl="6" rtl="0">
              <a:spcBef>
                <a:spcPts val="1600"/>
              </a:spcBef>
              <a:spcAft>
                <a:spcPts val="0"/>
              </a:spcAft>
              <a:buSzPts val="1600"/>
              <a:buFont typeface="Calibri"/>
              <a:buNone/>
              <a:defRPr sz="1600">
                <a:latin typeface="Calibri"/>
                <a:ea typeface="Calibri"/>
                <a:cs typeface="Calibri"/>
                <a:sym typeface="Calibri"/>
              </a:defRPr>
            </a:lvl7pPr>
            <a:lvl8pPr lvl="7" rtl="0">
              <a:spcBef>
                <a:spcPts val="1600"/>
              </a:spcBef>
              <a:spcAft>
                <a:spcPts val="0"/>
              </a:spcAft>
              <a:buSzPts val="1600"/>
              <a:buFont typeface="Calibri"/>
              <a:buNone/>
              <a:defRPr sz="1600">
                <a:latin typeface="Calibri"/>
                <a:ea typeface="Calibri"/>
                <a:cs typeface="Calibri"/>
                <a:sym typeface="Calibri"/>
              </a:defRPr>
            </a:lvl8pPr>
            <a:lvl9pPr lvl="8" rtl="0">
              <a:spcBef>
                <a:spcPts val="1600"/>
              </a:spcBef>
              <a:spcAft>
                <a:spcPts val="1600"/>
              </a:spcAft>
              <a:buSzPts val="1600"/>
              <a:buFont typeface="Calibri"/>
              <a:buNone/>
              <a:defRPr sz="1600">
                <a:latin typeface="Calibri"/>
                <a:ea typeface="Calibri"/>
                <a:cs typeface="Calibri"/>
                <a:sym typeface="Calibri"/>
              </a:defRPr>
            </a:lvl9pPr>
          </a:lstStyle>
          <a:p>
            <a:endParaRPr/>
          </a:p>
        </p:txBody>
      </p:sp>
      <p:sp>
        <p:nvSpPr>
          <p:cNvPr id="257" name="Google Shape;257;p22"/>
          <p:cNvSpPr txBox="1">
            <a:spLocks noGrp="1"/>
          </p:cNvSpPr>
          <p:nvPr>
            <p:ph type="subTitle" idx="4"/>
          </p:nvPr>
        </p:nvSpPr>
        <p:spPr>
          <a:xfrm>
            <a:off x="960300" y="2887850"/>
            <a:ext cx="2222100" cy="10455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Font typeface="Calibri"/>
              <a:buNone/>
              <a:defRPr sz="1700" b="0">
                <a:latin typeface="Calibri"/>
                <a:ea typeface="Calibri"/>
                <a:cs typeface="Calibri"/>
                <a:sym typeface="Calibri"/>
              </a:defRPr>
            </a:lvl1pPr>
            <a:lvl2pPr lvl="1" rtl="0">
              <a:spcBef>
                <a:spcPts val="1600"/>
              </a:spcBef>
              <a:spcAft>
                <a:spcPts val="0"/>
              </a:spcAft>
              <a:buSzPts val="1300"/>
              <a:buFont typeface="Calibri"/>
              <a:buNone/>
              <a:defRPr sz="1300">
                <a:latin typeface="Calibri"/>
                <a:ea typeface="Calibri"/>
                <a:cs typeface="Calibri"/>
                <a:sym typeface="Calibri"/>
              </a:defRPr>
            </a:lvl2pPr>
            <a:lvl3pPr lvl="2" rtl="0">
              <a:spcBef>
                <a:spcPts val="1600"/>
              </a:spcBef>
              <a:spcAft>
                <a:spcPts val="0"/>
              </a:spcAft>
              <a:buSzPts val="1300"/>
              <a:buFont typeface="Calibri"/>
              <a:buNone/>
              <a:defRPr sz="1300">
                <a:latin typeface="Calibri"/>
                <a:ea typeface="Calibri"/>
                <a:cs typeface="Calibri"/>
                <a:sym typeface="Calibri"/>
              </a:defRPr>
            </a:lvl3pPr>
            <a:lvl4pPr lvl="3" rtl="0">
              <a:spcBef>
                <a:spcPts val="1600"/>
              </a:spcBef>
              <a:spcAft>
                <a:spcPts val="0"/>
              </a:spcAft>
              <a:buSzPts val="1300"/>
              <a:buFont typeface="Calibri"/>
              <a:buNone/>
              <a:defRPr sz="1300">
                <a:latin typeface="Calibri"/>
                <a:ea typeface="Calibri"/>
                <a:cs typeface="Calibri"/>
                <a:sym typeface="Calibri"/>
              </a:defRPr>
            </a:lvl4pPr>
            <a:lvl5pPr lvl="4" rtl="0">
              <a:spcBef>
                <a:spcPts val="1600"/>
              </a:spcBef>
              <a:spcAft>
                <a:spcPts val="0"/>
              </a:spcAft>
              <a:buSzPts val="1300"/>
              <a:buFont typeface="Calibri"/>
              <a:buNone/>
              <a:defRPr sz="1300">
                <a:latin typeface="Calibri"/>
                <a:ea typeface="Calibri"/>
                <a:cs typeface="Calibri"/>
                <a:sym typeface="Calibri"/>
              </a:defRPr>
            </a:lvl5pPr>
            <a:lvl6pPr lvl="5" rtl="0">
              <a:spcBef>
                <a:spcPts val="1600"/>
              </a:spcBef>
              <a:spcAft>
                <a:spcPts val="0"/>
              </a:spcAft>
              <a:buSzPts val="1300"/>
              <a:buFont typeface="Calibri"/>
              <a:buNone/>
              <a:defRPr sz="1300">
                <a:latin typeface="Calibri"/>
                <a:ea typeface="Calibri"/>
                <a:cs typeface="Calibri"/>
                <a:sym typeface="Calibri"/>
              </a:defRPr>
            </a:lvl6pPr>
            <a:lvl7pPr lvl="6" rtl="0">
              <a:spcBef>
                <a:spcPts val="1600"/>
              </a:spcBef>
              <a:spcAft>
                <a:spcPts val="0"/>
              </a:spcAft>
              <a:buSzPts val="1300"/>
              <a:buFont typeface="Calibri"/>
              <a:buNone/>
              <a:defRPr sz="1300">
                <a:latin typeface="Calibri"/>
                <a:ea typeface="Calibri"/>
                <a:cs typeface="Calibri"/>
                <a:sym typeface="Calibri"/>
              </a:defRPr>
            </a:lvl7pPr>
            <a:lvl8pPr lvl="7" rtl="0">
              <a:spcBef>
                <a:spcPts val="1600"/>
              </a:spcBef>
              <a:spcAft>
                <a:spcPts val="0"/>
              </a:spcAft>
              <a:buSzPts val="1300"/>
              <a:buFont typeface="Calibri"/>
              <a:buNone/>
              <a:defRPr sz="1300">
                <a:latin typeface="Calibri"/>
                <a:ea typeface="Calibri"/>
                <a:cs typeface="Calibri"/>
                <a:sym typeface="Calibri"/>
              </a:defRPr>
            </a:lvl8pPr>
            <a:lvl9pPr lvl="8" rtl="0">
              <a:spcBef>
                <a:spcPts val="1600"/>
              </a:spcBef>
              <a:spcAft>
                <a:spcPts val="1600"/>
              </a:spcAft>
              <a:buSzPts val="1300"/>
              <a:buFont typeface="Calibri"/>
              <a:buNone/>
              <a:defRPr sz="1300">
                <a:latin typeface="Calibri"/>
                <a:ea typeface="Calibri"/>
                <a:cs typeface="Calibri"/>
                <a:sym typeface="Calibri"/>
              </a:defRPr>
            </a:lvl9pPr>
          </a:lstStyle>
          <a:p>
            <a:endParaRPr/>
          </a:p>
        </p:txBody>
      </p:sp>
      <p:sp>
        <p:nvSpPr>
          <p:cNvPr id="258" name="Google Shape;258;p22"/>
          <p:cNvSpPr txBox="1">
            <a:spLocks noGrp="1"/>
          </p:cNvSpPr>
          <p:nvPr>
            <p:ph type="subTitle" idx="5"/>
          </p:nvPr>
        </p:nvSpPr>
        <p:spPr>
          <a:xfrm>
            <a:off x="3453250" y="2601300"/>
            <a:ext cx="2222100" cy="10455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Font typeface="Calibri"/>
              <a:buNone/>
              <a:defRPr sz="1700" b="0">
                <a:latin typeface="Calibri"/>
                <a:ea typeface="Calibri"/>
                <a:cs typeface="Calibri"/>
                <a:sym typeface="Calibri"/>
              </a:defRPr>
            </a:lvl1pPr>
            <a:lvl2pPr lvl="1" rtl="0">
              <a:spcBef>
                <a:spcPts val="1600"/>
              </a:spcBef>
              <a:spcAft>
                <a:spcPts val="0"/>
              </a:spcAft>
              <a:buSzPts val="1300"/>
              <a:buFont typeface="Calibri"/>
              <a:buNone/>
              <a:defRPr sz="1300">
                <a:latin typeface="Calibri"/>
                <a:ea typeface="Calibri"/>
                <a:cs typeface="Calibri"/>
                <a:sym typeface="Calibri"/>
              </a:defRPr>
            </a:lvl2pPr>
            <a:lvl3pPr lvl="2" rtl="0">
              <a:spcBef>
                <a:spcPts val="1600"/>
              </a:spcBef>
              <a:spcAft>
                <a:spcPts val="0"/>
              </a:spcAft>
              <a:buSzPts val="1300"/>
              <a:buFont typeface="Calibri"/>
              <a:buNone/>
              <a:defRPr sz="1300">
                <a:latin typeface="Calibri"/>
                <a:ea typeface="Calibri"/>
                <a:cs typeface="Calibri"/>
                <a:sym typeface="Calibri"/>
              </a:defRPr>
            </a:lvl3pPr>
            <a:lvl4pPr lvl="3" rtl="0">
              <a:spcBef>
                <a:spcPts val="1600"/>
              </a:spcBef>
              <a:spcAft>
                <a:spcPts val="0"/>
              </a:spcAft>
              <a:buSzPts val="1300"/>
              <a:buFont typeface="Calibri"/>
              <a:buNone/>
              <a:defRPr sz="1300">
                <a:latin typeface="Calibri"/>
                <a:ea typeface="Calibri"/>
                <a:cs typeface="Calibri"/>
                <a:sym typeface="Calibri"/>
              </a:defRPr>
            </a:lvl4pPr>
            <a:lvl5pPr lvl="4" rtl="0">
              <a:spcBef>
                <a:spcPts val="1600"/>
              </a:spcBef>
              <a:spcAft>
                <a:spcPts val="0"/>
              </a:spcAft>
              <a:buSzPts val="1300"/>
              <a:buFont typeface="Calibri"/>
              <a:buNone/>
              <a:defRPr sz="1300">
                <a:latin typeface="Calibri"/>
                <a:ea typeface="Calibri"/>
                <a:cs typeface="Calibri"/>
                <a:sym typeface="Calibri"/>
              </a:defRPr>
            </a:lvl5pPr>
            <a:lvl6pPr lvl="5" rtl="0">
              <a:spcBef>
                <a:spcPts val="1600"/>
              </a:spcBef>
              <a:spcAft>
                <a:spcPts val="0"/>
              </a:spcAft>
              <a:buSzPts val="1300"/>
              <a:buFont typeface="Calibri"/>
              <a:buNone/>
              <a:defRPr sz="1300">
                <a:latin typeface="Calibri"/>
                <a:ea typeface="Calibri"/>
                <a:cs typeface="Calibri"/>
                <a:sym typeface="Calibri"/>
              </a:defRPr>
            </a:lvl6pPr>
            <a:lvl7pPr lvl="6" rtl="0">
              <a:spcBef>
                <a:spcPts val="1600"/>
              </a:spcBef>
              <a:spcAft>
                <a:spcPts val="0"/>
              </a:spcAft>
              <a:buSzPts val="1300"/>
              <a:buFont typeface="Calibri"/>
              <a:buNone/>
              <a:defRPr sz="1300">
                <a:latin typeface="Calibri"/>
                <a:ea typeface="Calibri"/>
                <a:cs typeface="Calibri"/>
                <a:sym typeface="Calibri"/>
              </a:defRPr>
            </a:lvl7pPr>
            <a:lvl8pPr lvl="7" rtl="0">
              <a:spcBef>
                <a:spcPts val="1600"/>
              </a:spcBef>
              <a:spcAft>
                <a:spcPts val="0"/>
              </a:spcAft>
              <a:buSzPts val="1300"/>
              <a:buFont typeface="Calibri"/>
              <a:buNone/>
              <a:defRPr sz="1300">
                <a:latin typeface="Calibri"/>
                <a:ea typeface="Calibri"/>
                <a:cs typeface="Calibri"/>
                <a:sym typeface="Calibri"/>
              </a:defRPr>
            </a:lvl8pPr>
            <a:lvl9pPr lvl="8" rtl="0">
              <a:spcBef>
                <a:spcPts val="1600"/>
              </a:spcBef>
              <a:spcAft>
                <a:spcPts val="1600"/>
              </a:spcAft>
              <a:buSzPts val="1300"/>
              <a:buFont typeface="Calibri"/>
              <a:buNone/>
              <a:defRPr sz="1300">
                <a:latin typeface="Calibri"/>
                <a:ea typeface="Calibri"/>
                <a:cs typeface="Calibri"/>
                <a:sym typeface="Calibri"/>
              </a:defRPr>
            </a:lvl9pPr>
          </a:lstStyle>
          <a:p>
            <a:endParaRPr/>
          </a:p>
        </p:txBody>
      </p:sp>
      <p:sp>
        <p:nvSpPr>
          <p:cNvPr id="259" name="Google Shape;259;p22"/>
          <p:cNvSpPr txBox="1">
            <a:spLocks noGrp="1"/>
          </p:cNvSpPr>
          <p:nvPr>
            <p:ph type="subTitle" idx="6"/>
          </p:nvPr>
        </p:nvSpPr>
        <p:spPr>
          <a:xfrm>
            <a:off x="6007925" y="2337450"/>
            <a:ext cx="2222100" cy="1045500"/>
          </a:xfrm>
          <a:prstGeom prst="rect">
            <a:avLst/>
          </a:prstGeom>
        </p:spPr>
        <p:txBody>
          <a:bodyPr spcFirstLastPara="1" wrap="square" lIns="91425" tIns="91425" rIns="91425" bIns="91425" anchor="t" anchorCtr="0">
            <a:noAutofit/>
          </a:bodyPr>
          <a:lstStyle>
            <a:lvl1pPr lvl="0" rtl="0">
              <a:spcBef>
                <a:spcPts val="0"/>
              </a:spcBef>
              <a:spcAft>
                <a:spcPts val="0"/>
              </a:spcAft>
              <a:buSzPts val="1700"/>
              <a:buFont typeface="Calibri"/>
              <a:buNone/>
              <a:defRPr sz="1700" b="0">
                <a:latin typeface="Calibri"/>
                <a:ea typeface="Calibri"/>
                <a:cs typeface="Calibri"/>
                <a:sym typeface="Calibri"/>
              </a:defRPr>
            </a:lvl1pPr>
            <a:lvl2pPr lvl="1" rtl="0">
              <a:spcBef>
                <a:spcPts val="1600"/>
              </a:spcBef>
              <a:spcAft>
                <a:spcPts val="0"/>
              </a:spcAft>
              <a:buSzPts val="1300"/>
              <a:buFont typeface="Calibri"/>
              <a:buNone/>
              <a:defRPr sz="1300">
                <a:latin typeface="Calibri"/>
                <a:ea typeface="Calibri"/>
                <a:cs typeface="Calibri"/>
                <a:sym typeface="Calibri"/>
              </a:defRPr>
            </a:lvl2pPr>
            <a:lvl3pPr lvl="2" rtl="0">
              <a:spcBef>
                <a:spcPts val="1600"/>
              </a:spcBef>
              <a:spcAft>
                <a:spcPts val="0"/>
              </a:spcAft>
              <a:buSzPts val="1300"/>
              <a:buFont typeface="Calibri"/>
              <a:buNone/>
              <a:defRPr sz="1300">
                <a:latin typeface="Calibri"/>
                <a:ea typeface="Calibri"/>
                <a:cs typeface="Calibri"/>
                <a:sym typeface="Calibri"/>
              </a:defRPr>
            </a:lvl3pPr>
            <a:lvl4pPr lvl="3" rtl="0">
              <a:spcBef>
                <a:spcPts val="1600"/>
              </a:spcBef>
              <a:spcAft>
                <a:spcPts val="0"/>
              </a:spcAft>
              <a:buSzPts val="1300"/>
              <a:buFont typeface="Calibri"/>
              <a:buNone/>
              <a:defRPr sz="1300">
                <a:latin typeface="Calibri"/>
                <a:ea typeface="Calibri"/>
                <a:cs typeface="Calibri"/>
                <a:sym typeface="Calibri"/>
              </a:defRPr>
            </a:lvl4pPr>
            <a:lvl5pPr lvl="4" rtl="0">
              <a:spcBef>
                <a:spcPts val="1600"/>
              </a:spcBef>
              <a:spcAft>
                <a:spcPts val="0"/>
              </a:spcAft>
              <a:buSzPts val="1300"/>
              <a:buFont typeface="Calibri"/>
              <a:buNone/>
              <a:defRPr sz="1300">
                <a:latin typeface="Calibri"/>
                <a:ea typeface="Calibri"/>
                <a:cs typeface="Calibri"/>
                <a:sym typeface="Calibri"/>
              </a:defRPr>
            </a:lvl5pPr>
            <a:lvl6pPr lvl="5" rtl="0">
              <a:spcBef>
                <a:spcPts val="1600"/>
              </a:spcBef>
              <a:spcAft>
                <a:spcPts val="0"/>
              </a:spcAft>
              <a:buSzPts val="1300"/>
              <a:buFont typeface="Calibri"/>
              <a:buNone/>
              <a:defRPr sz="1300">
                <a:latin typeface="Calibri"/>
                <a:ea typeface="Calibri"/>
                <a:cs typeface="Calibri"/>
                <a:sym typeface="Calibri"/>
              </a:defRPr>
            </a:lvl6pPr>
            <a:lvl7pPr lvl="6" rtl="0">
              <a:spcBef>
                <a:spcPts val="1600"/>
              </a:spcBef>
              <a:spcAft>
                <a:spcPts val="0"/>
              </a:spcAft>
              <a:buSzPts val="1300"/>
              <a:buFont typeface="Calibri"/>
              <a:buNone/>
              <a:defRPr sz="1300">
                <a:latin typeface="Calibri"/>
                <a:ea typeface="Calibri"/>
                <a:cs typeface="Calibri"/>
                <a:sym typeface="Calibri"/>
              </a:defRPr>
            </a:lvl7pPr>
            <a:lvl8pPr lvl="7" rtl="0">
              <a:spcBef>
                <a:spcPts val="1600"/>
              </a:spcBef>
              <a:spcAft>
                <a:spcPts val="0"/>
              </a:spcAft>
              <a:buSzPts val="1300"/>
              <a:buFont typeface="Calibri"/>
              <a:buNone/>
              <a:defRPr sz="1300">
                <a:latin typeface="Calibri"/>
                <a:ea typeface="Calibri"/>
                <a:cs typeface="Calibri"/>
                <a:sym typeface="Calibri"/>
              </a:defRPr>
            </a:lvl8pPr>
            <a:lvl9pPr lvl="8" rtl="0">
              <a:spcBef>
                <a:spcPts val="1600"/>
              </a:spcBef>
              <a:spcAft>
                <a:spcPts val="1600"/>
              </a:spcAft>
              <a:buSzPts val="1300"/>
              <a:buFont typeface="Calibri"/>
              <a:buNone/>
              <a:defRPr sz="1300">
                <a:latin typeface="Calibri"/>
                <a:ea typeface="Calibri"/>
                <a:cs typeface="Calibri"/>
                <a:sym typeface="Calibri"/>
              </a:defRPr>
            </a:lvl9pPr>
          </a:lstStyle>
          <a:p>
            <a:endParaRPr/>
          </a:p>
        </p:txBody>
      </p:sp>
      <p:sp>
        <p:nvSpPr>
          <p:cNvPr id="260" name="Google Shape;260;p22"/>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2"/>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2"/>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63" name="Google Shape;263;p22"/>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piritual Thought">
  <p:cSld name="SECTION_HEADER_2_1_1_1_1_1_1_1">
    <p:bg>
      <p:bgPr>
        <a:solidFill>
          <a:schemeClr val="dk2"/>
        </a:solidFill>
        <a:effectLst/>
      </p:bgPr>
    </p:bg>
    <p:spTree>
      <p:nvGrpSpPr>
        <p:cNvPr id="1" name="Shape 264"/>
        <p:cNvGrpSpPr/>
        <p:nvPr/>
      </p:nvGrpSpPr>
      <p:grpSpPr>
        <a:xfrm>
          <a:off x="0" y="0"/>
          <a:ext cx="0" cy="0"/>
          <a:chOff x="0" y="0"/>
          <a:chExt cx="0" cy="0"/>
        </a:xfrm>
      </p:grpSpPr>
      <p:sp>
        <p:nvSpPr>
          <p:cNvPr id="265" name="Google Shape;265;p23"/>
          <p:cNvSpPr/>
          <p:nvPr/>
        </p:nvSpPr>
        <p:spPr>
          <a:xfrm>
            <a:off x="100" y="726950"/>
            <a:ext cx="9144000" cy="4419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3"/>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3"/>
          <p:cNvSpPr txBox="1">
            <a:spLocks noGrp="1"/>
          </p:cNvSpPr>
          <p:nvPr>
            <p:ph type="title"/>
          </p:nvPr>
        </p:nvSpPr>
        <p:spPr>
          <a:xfrm>
            <a:off x="318550" y="-42275"/>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sp>
        <p:nvSpPr>
          <p:cNvPr id="268" name="Google Shape;268;p23"/>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3"/>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3"/>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1" name="Google Shape;271;p23"/>
          <p:cNvPicPr preferRelativeResize="0"/>
          <p:nvPr/>
        </p:nvPicPr>
        <p:blipFill>
          <a:blip r:embed="rId2">
            <a:alphaModFix/>
          </a:blip>
          <a:stretch>
            <a:fillRect/>
          </a:stretch>
        </p:blipFill>
        <p:spPr>
          <a:xfrm>
            <a:off x="0" y="4689650"/>
            <a:ext cx="457200" cy="457200"/>
          </a:xfrm>
          <a:prstGeom prst="rect">
            <a:avLst/>
          </a:prstGeom>
          <a:noFill/>
          <a:ln>
            <a:noFill/>
          </a:ln>
        </p:spPr>
      </p:pic>
      <p:sp>
        <p:nvSpPr>
          <p:cNvPr id="272" name="Google Shape;272;p23"/>
          <p:cNvSpPr txBox="1">
            <a:spLocks noGrp="1"/>
          </p:cNvSpPr>
          <p:nvPr>
            <p:ph type="subTitle" idx="1"/>
          </p:nvPr>
        </p:nvSpPr>
        <p:spPr>
          <a:xfrm>
            <a:off x="4985775" y="1001275"/>
            <a:ext cx="3717000" cy="3202800"/>
          </a:xfrm>
          <a:prstGeom prst="rect">
            <a:avLst/>
          </a:prstGeom>
        </p:spPr>
        <p:txBody>
          <a:bodyPr spcFirstLastPara="1" wrap="square" lIns="91425" tIns="91425" rIns="91425" bIns="91425" anchor="t" anchorCtr="0">
            <a:noAutofit/>
          </a:bodyPr>
          <a:lstStyle>
            <a:lvl1pPr lvl="0">
              <a:spcBef>
                <a:spcPts val="0"/>
              </a:spcBef>
              <a:spcAft>
                <a:spcPts val="0"/>
              </a:spcAft>
              <a:buSzPts val="1700"/>
              <a:buFont typeface="Calibri"/>
              <a:buNone/>
              <a:defRPr sz="1700" b="0">
                <a:latin typeface="Calibri"/>
                <a:ea typeface="Calibri"/>
                <a:cs typeface="Calibri"/>
                <a:sym typeface="Calibri"/>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mparing">
  <p:cSld name="BLANK_1_1">
    <p:spTree>
      <p:nvGrpSpPr>
        <p:cNvPr id="1" name="Shape 273"/>
        <p:cNvGrpSpPr/>
        <p:nvPr/>
      </p:nvGrpSpPr>
      <p:grpSpPr>
        <a:xfrm>
          <a:off x="0" y="0"/>
          <a:ext cx="0" cy="0"/>
          <a:chOff x="0" y="0"/>
          <a:chExt cx="0" cy="0"/>
        </a:xfrm>
      </p:grpSpPr>
      <p:sp>
        <p:nvSpPr>
          <p:cNvPr id="274" name="Google Shape;274;p24"/>
          <p:cNvSpPr/>
          <p:nvPr/>
        </p:nvSpPr>
        <p:spPr>
          <a:xfrm>
            <a:off x="4615037" y="4994025"/>
            <a:ext cx="3708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4"/>
          <p:cNvSpPr/>
          <p:nvPr/>
        </p:nvSpPr>
        <p:spPr>
          <a:xfrm>
            <a:off x="4615037" y="4800175"/>
            <a:ext cx="3708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4"/>
          <p:cNvSpPr/>
          <p:nvPr/>
        </p:nvSpPr>
        <p:spPr>
          <a:xfrm>
            <a:off x="4572000" y="4874899"/>
            <a:ext cx="4572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4"/>
          <p:cNvSpPr/>
          <p:nvPr/>
        </p:nvSpPr>
        <p:spPr>
          <a:xfrm>
            <a:off x="0" y="33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4"/>
          <p:cNvSpPr/>
          <p:nvPr/>
        </p:nvSpPr>
        <p:spPr>
          <a:xfrm>
            <a:off x="4158087" y="4994025"/>
            <a:ext cx="3708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4"/>
          <p:cNvSpPr/>
          <p:nvPr/>
        </p:nvSpPr>
        <p:spPr>
          <a:xfrm>
            <a:off x="4158087" y="4800175"/>
            <a:ext cx="3708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4"/>
          <p:cNvSpPr/>
          <p:nvPr/>
        </p:nvSpPr>
        <p:spPr>
          <a:xfrm>
            <a:off x="4115050" y="4874899"/>
            <a:ext cx="457200" cy="86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1" name="Google Shape;281;p24"/>
          <p:cNvPicPr preferRelativeResize="0"/>
          <p:nvPr/>
        </p:nvPicPr>
        <p:blipFill>
          <a:blip r:embed="rId2">
            <a:alphaModFix/>
          </a:blip>
          <a:stretch>
            <a:fillRect/>
          </a:stretch>
        </p:blipFill>
        <p:spPr>
          <a:xfrm>
            <a:off x="4343400" y="4689650"/>
            <a:ext cx="457200" cy="457200"/>
          </a:xfrm>
          <a:prstGeom prst="rect">
            <a:avLst/>
          </a:prstGeom>
          <a:noFill/>
          <a:ln>
            <a:noFill/>
          </a:ln>
        </p:spPr>
      </p:pic>
      <p:sp>
        <p:nvSpPr>
          <p:cNvPr id="282" name="Google Shape;282;p24"/>
          <p:cNvSpPr txBox="1">
            <a:spLocks noGrp="1"/>
          </p:cNvSpPr>
          <p:nvPr>
            <p:ph type="title"/>
          </p:nvPr>
        </p:nvSpPr>
        <p:spPr>
          <a:xfrm>
            <a:off x="573750" y="96025"/>
            <a:ext cx="7996500" cy="6171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3000"/>
              <a:buNone/>
              <a:defRPr>
                <a:solidFill>
                  <a:schemeClr val="lt1"/>
                </a:solidFill>
                <a:latin typeface="Open Sans"/>
                <a:ea typeface="Open Sans"/>
                <a:cs typeface="Open Sans"/>
                <a:sym typeface="Open Sans"/>
              </a:defRPr>
            </a:lvl1pPr>
            <a:lvl2pPr lvl="1">
              <a:spcBef>
                <a:spcPts val="0"/>
              </a:spcBef>
              <a:spcAft>
                <a:spcPts val="0"/>
              </a:spcAft>
              <a:buSzPts val="2800"/>
              <a:buNone/>
              <a:defRPr>
                <a:latin typeface="Open Sans"/>
                <a:ea typeface="Open Sans"/>
                <a:cs typeface="Open Sans"/>
                <a:sym typeface="Open Sans"/>
              </a:defRPr>
            </a:lvl2pPr>
            <a:lvl3pPr lvl="2">
              <a:spcBef>
                <a:spcPts val="0"/>
              </a:spcBef>
              <a:spcAft>
                <a:spcPts val="0"/>
              </a:spcAft>
              <a:buSzPts val="2800"/>
              <a:buNone/>
              <a:defRPr>
                <a:latin typeface="Open Sans"/>
                <a:ea typeface="Open Sans"/>
                <a:cs typeface="Open Sans"/>
                <a:sym typeface="Open Sans"/>
              </a:defRPr>
            </a:lvl3pPr>
            <a:lvl4pPr lvl="3">
              <a:spcBef>
                <a:spcPts val="0"/>
              </a:spcBef>
              <a:spcAft>
                <a:spcPts val="0"/>
              </a:spcAft>
              <a:buSzPts val="2800"/>
              <a:buNone/>
              <a:defRPr>
                <a:latin typeface="Open Sans"/>
                <a:ea typeface="Open Sans"/>
                <a:cs typeface="Open Sans"/>
                <a:sym typeface="Open Sans"/>
              </a:defRPr>
            </a:lvl4pPr>
            <a:lvl5pPr lvl="4">
              <a:spcBef>
                <a:spcPts val="0"/>
              </a:spcBef>
              <a:spcAft>
                <a:spcPts val="0"/>
              </a:spcAft>
              <a:buSzPts val="2800"/>
              <a:buNone/>
              <a:defRPr>
                <a:latin typeface="Open Sans"/>
                <a:ea typeface="Open Sans"/>
                <a:cs typeface="Open Sans"/>
                <a:sym typeface="Open Sans"/>
              </a:defRPr>
            </a:lvl5pPr>
            <a:lvl6pPr lvl="5">
              <a:spcBef>
                <a:spcPts val="0"/>
              </a:spcBef>
              <a:spcAft>
                <a:spcPts val="0"/>
              </a:spcAft>
              <a:buSzPts val="2800"/>
              <a:buNone/>
              <a:defRPr>
                <a:latin typeface="Open Sans"/>
                <a:ea typeface="Open Sans"/>
                <a:cs typeface="Open Sans"/>
                <a:sym typeface="Open Sans"/>
              </a:defRPr>
            </a:lvl6pPr>
            <a:lvl7pPr lvl="6">
              <a:spcBef>
                <a:spcPts val="0"/>
              </a:spcBef>
              <a:spcAft>
                <a:spcPts val="0"/>
              </a:spcAft>
              <a:buSzPts val="2800"/>
              <a:buNone/>
              <a:defRPr>
                <a:latin typeface="Open Sans"/>
                <a:ea typeface="Open Sans"/>
                <a:cs typeface="Open Sans"/>
                <a:sym typeface="Open Sans"/>
              </a:defRPr>
            </a:lvl7pPr>
            <a:lvl8pPr lvl="7">
              <a:spcBef>
                <a:spcPts val="0"/>
              </a:spcBef>
              <a:spcAft>
                <a:spcPts val="0"/>
              </a:spcAft>
              <a:buSzPts val="2800"/>
              <a:buNone/>
              <a:defRPr>
                <a:latin typeface="Open Sans"/>
                <a:ea typeface="Open Sans"/>
                <a:cs typeface="Open Sans"/>
                <a:sym typeface="Open Sans"/>
              </a:defRPr>
            </a:lvl8pPr>
            <a:lvl9pPr lvl="8">
              <a:spcBef>
                <a:spcPts val="0"/>
              </a:spcBef>
              <a:spcAft>
                <a:spcPts val="0"/>
              </a:spcAft>
              <a:buSzPts val="2800"/>
              <a:buNone/>
              <a:defRPr>
                <a:latin typeface="Open Sans"/>
                <a:ea typeface="Open Sans"/>
                <a:cs typeface="Open Sans"/>
                <a:sym typeface="Open Sans"/>
              </a:defRPr>
            </a:lvl9pPr>
          </a:lstStyle>
          <a:p>
            <a:endParaRPr/>
          </a:p>
        </p:txBody>
      </p:sp>
      <p:sp>
        <p:nvSpPr>
          <p:cNvPr id="283" name="Google Shape;283;p24"/>
          <p:cNvSpPr/>
          <p:nvPr/>
        </p:nvSpPr>
        <p:spPr>
          <a:xfrm>
            <a:off x="384050" y="1282450"/>
            <a:ext cx="3833700" cy="3158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4"/>
          <p:cNvSpPr/>
          <p:nvPr/>
        </p:nvSpPr>
        <p:spPr>
          <a:xfrm>
            <a:off x="4898150" y="1282450"/>
            <a:ext cx="3833700" cy="3158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5" name="Google Shape;285;p24"/>
          <p:cNvCxnSpPr/>
          <p:nvPr/>
        </p:nvCxnSpPr>
        <p:spPr>
          <a:xfrm>
            <a:off x="721800" y="816100"/>
            <a:ext cx="3850200" cy="0"/>
          </a:xfrm>
          <a:prstGeom prst="straightConnector1">
            <a:avLst/>
          </a:prstGeom>
          <a:noFill/>
          <a:ln w="38100" cap="flat" cmpd="sng">
            <a:solidFill>
              <a:schemeClr val="lt2"/>
            </a:solidFill>
            <a:prstDash val="solid"/>
            <a:round/>
            <a:headEnd type="none" w="med" len="med"/>
            <a:tailEnd type="none" w="med" len="med"/>
          </a:ln>
        </p:spPr>
      </p:cxnSp>
      <p:cxnSp>
        <p:nvCxnSpPr>
          <p:cNvPr id="286" name="Google Shape;286;p24"/>
          <p:cNvCxnSpPr/>
          <p:nvPr/>
        </p:nvCxnSpPr>
        <p:spPr>
          <a:xfrm>
            <a:off x="4572000" y="816100"/>
            <a:ext cx="3850200" cy="0"/>
          </a:xfrm>
          <a:prstGeom prst="straightConnector1">
            <a:avLst/>
          </a:prstGeom>
          <a:noFill/>
          <a:ln w="38100" cap="flat" cmpd="sng">
            <a:solidFill>
              <a:schemeClr val="accent1"/>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evels">
  <p:cSld name="BLANK_1_1_1">
    <p:spTree>
      <p:nvGrpSpPr>
        <p:cNvPr id="1" name="Shape 287"/>
        <p:cNvGrpSpPr/>
        <p:nvPr/>
      </p:nvGrpSpPr>
      <p:grpSpPr>
        <a:xfrm>
          <a:off x="0" y="0"/>
          <a:ext cx="0" cy="0"/>
          <a:chOff x="0" y="0"/>
          <a:chExt cx="0" cy="0"/>
        </a:xfrm>
      </p:grpSpPr>
      <p:sp>
        <p:nvSpPr>
          <p:cNvPr id="288" name="Google Shape;288;p25"/>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5"/>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5"/>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 name="Google Shape;291;p25"/>
          <p:cNvPicPr preferRelativeResize="0"/>
          <p:nvPr/>
        </p:nvPicPr>
        <p:blipFill>
          <a:blip r:embed="rId2">
            <a:alphaModFix/>
          </a:blip>
          <a:stretch>
            <a:fillRect/>
          </a:stretch>
        </p:blipFill>
        <p:spPr>
          <a:xfrm>
            <a:off x="0" y="4689650"/>
            <a:ext cx="457200" cy="457200"/>
          </a:xfrm>
          <a:prstGeom prst="rect">
            <a:avLst/>
          </a:prstGeom>
          <a:noFill/>
          <a:ln>
            <a:noFill/>
          </a:ln>
        </p:spPr>
      </p:pic>
      <p:sp>
        <p:nvSpPr>
          <p:cNvPr id="292" name="Google Shape;292;p25"/>
          <p:cNvSpPr/>
          <p:nvPr/>
        </p:nvSpPr>
        <p:spPr>
          <a:xfrm>
            <a:off x="0" y="0"/>
            <a:ext cx="9144000" cy="78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5"/>
          <p:cNvSpPr txBox="1">
            <a:spLocks noGrp="1"/>
          </p:cNvSpPr>
          <p:nvPr>
            <p:ph type="title"/>
          </p:nvPr>
        </p:nvSpPr>
        <p:spPr>
          <a:xfrm>
            <a:off x="318550" y="-42275"/>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000"/>
              <a:buFont typeface="Calibri"/>
              <a:buNone/>
              <a:defRPr sz="4000">
                <a:solidFill>
                  <a:srgbClr val="FFFFFF"/>
                </a:solidFill>
                <a:latin typeface="Calibri"/>
                <a:ea typeface="Calibri"/>
                <a:cs typeface="Calibri"/>
                <a:sym typeface="Calibri"/>
              </a:defRPr>
            </a:lvl1pPr>
            <a:lvl2pPr lvl="1"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2pPr>
            <a:lvl3pPr lvl="2"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3pPr>
            <a:lvl4pPr lvl="3"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4pPr>
            <a:lvl5pPr lvl="4"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5pPr>
            <a:lvl6pPr lvl="5"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6pPr>
            <a:lvl7pPr lvl="6"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7pPr>
            <a:lvl8pPr lvl="7"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8pPr>
            <a:lvl9pPr lvl="8" algn="ctr" rtl="0">
              <a:spcBef>
                <a:spcPts val="0"/>
              </a:spcBef>
              <a:spcAft>
                <a:spcPts val="0"/>
              </a:spcAft>
              <a:buClr>
                <a:schemeClr val="lt1"/>
              </a:buClr>
              <a:buSzPts val="3600"/>
              <a:buFont typeface="Merriweather"/>
              <a:buNone/>
              <a:defRPr sz="3600">
                <a:solidFill>
                  <a:schemeClr val="lt1"/>
                </a:solidFill>
                <a:latin typeface="Merriweather"/>
                <a:ea typeface="Merriweather"/>
                <a:cs typeface="Merriweather"/>
                <a:sym typeface="Merriweather"/>
              </a:defRPr>
            </a:lvl9pPr>
          </a:lstStyle>
          <a:p>
            <a:endParaRPr/>
          </a:p>
        </p:txBody>
      </p:sp>
      <p:sp>
        <p:nvSpPr>
          <p:cNvPr id="294" name="Google Shape;294;p25"/>
          <p:cNvSpPr/>
          <p:nvPr/>
        </p:nvSpPr>
        <p:spPr>
          <a:xfrm>
            <a:off x="1719600" y="4256875"/>
            <a:ext cx="5704800" cy="585600"/>
          </a:xfrm>
          <a:prstGeom prst="snip2SameRect">
            <a:avLst>
              <a:gd name="adj1" fmla="val 16667"/>
              <a:gd name="adj2" fmla="val 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5"/>
          <p:cNvSpPr/>
          <p:nvPr/>
        </p:nvSpPr>
        <p:spPr>
          <a:xfrm>
            <a:off x="1848027" y="3640945"/>
            <a:ext cx="5447700" cy="585600"/>
          </a:xfrm>
          <a:prstGeom prst="snip2SameRect">
            <a:avLst>
              <a:gd name="adj1" fmla="val 16667"/>
              <a:gd name="adj2" fmla="val 0"/>
            </a:avLst>
          </a:prstGeom>
          <a:solidFill>
            <a:srgbClr val="0062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5"/>
          <p:cNvSpPr/>
          <p:nvPr/>
        </p:nvSpPr>
        <p:spPr>
          <a:xfrm>
            <a:off x="1977335" y="3025015"/>
            <a:ext cx="5189100" cy="585600"/>
          </a:xfrm>
          <a:prstGeom prst="snip2SameRect">
            <a:avLst>
              <a:gd name="adj1" fmla="val 16667"/>
              <a:gd name="adj2"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5"/>
          <p:cNvSpPr/>
          <p:nvPr/>
        </p:nvSpPr>
        <p:spPr>
          <a:xfrm>
            <a:off x="2087044" y="2409085"/>
            <a:ext cx="4979400" cy="585600"/>
          </a:xfrm>
          <a:prstGeom prst="snip2SameRect">
            <a:avLst>
              <a:gd name="adj1" fmla="val 16667"/>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5"/>
          <p:cNvSpPr/>
          <p:nvPr/>
        </p:nvSpPr>
        <p:spPr>
          <a:xfrm>
            <a:off x="2199143" y="1793155"/>
            <a:ext cx="4755300" cy="585600"/>
          </a:xfrm>
          <a:prstGeom prst="snip2SameRect">
            <a:avLst>
              <a:gd name="adj1" fmla="val 16667"/>
              <a:gd name="adj2" fmla="val 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5"/>
          <p:cNvSpPr/>
          <p:nvPr/>
        </p:nvSpPr>
        <p:spPr>
          <a:xfrm>
            <a:off x="2312011" y="1177225"/>
            <a:ext cx="4529400" cy="585600"/>
          </a:xfrm>
          <a:prstGeom prst="snip2SameRect">
            <a:avLst>
              <a:gd name="adj1" fmla="val 16667"/>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5"/>
          <p:cNvSpPr txBox="1">
            <a:spLocks noGrp="1"/>
          </p:cNvSpPr>
          <p:nvPr>
            <p:ph type="subTitle" idx="1"/>
          </p:nvPr>
        </p:nvSpPr>
        <p:spPr>
          <a:xfrm>
            <a:off x="1879100" y="4375400"/>
            <a:ext cx="5416500" cy="3498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lgn="ctr">
              <a:spcBef>
                <a:spcPts val="1600"/>
              </a:spcBef>
              <a:spcAft>
                <a:spcPts val="0"/>
              </a:spcAft>
              <a:buClr>
                <a:schemeClr val="dk2"/>
              </a:buClr>
              <a:buSzPts val="1400"/>
              <a:buNone/>
              <a:defRPr>
                <a:solidFill>
                  <a:schemeClr val="dk2"/>
                </a:solidFill>
              </a:defRPr>
            </a:lvl2pPr>
            <a:lvl3pPr lvl="2" algn="ctr">
              <a:spcBef>
                <a:spcPts val="1600"/>
              </a:spcBef>
              <a:spcAft>
                <a:spcPts val="0"/>
              </a:spcAft>
              <a:buClr>
                <a:schemeClr val="dk2"/>
              </a:buClr>
              <a:buSzPts val="1400"/>
              <a:buNone/>
              <a:defRPr>
                <a:solidFill>
                  <a:schemeClr val="dk2"/>
                </a:solidFill>
              </a:defRPr>
            </a:lvl3pPr>
            <a:lvl4pPr lvl="3" algn="ctr">
              <a:spcBef>
                <a:spcPts val="1600"/>
              </a:spcBef>
              <a:spcAft>
                <a:spcPts val="0"/>
              </a:spcAft>
              <a:buClr>
                <a:schemeClr val="dk2"/>
              </a:buClr>
              <a:buSzPts val="1400"/>
              <a:buNone/>
              <a:defRPr>
                <a:solidFill>
                  <a:schemeClr val="dk2"/>
                </a:solidFill>
              </a:defRPr>
            </a:lvl4pPr>
            <a:lvl5pPr lvl="4" algn="ctr">
              <a:spcBef>
                <a:spcPts val="1600"/>
              </a:spcBef>
              <a:spcAft>
                <a:spcPts val="0"/>
              </a:spcAft>
              <a:buClr>
                <a:schemeClr val="dk2"/>
              </a:buClr>
              <a:buSzPts val="1400"/>
              <a:buNone/>
              <a:defRPr>
                <a:solidFill>
                  <a:schemeClr val="dk2"/>
                </a:solidFill>
              </a:defRPr>
            </a:lvl5pPr>
            <a:lvl6pPr lvl="5" algn="ctr">
              <a:spcBef>
                <a:spcPts val="1600"/>
              </a:spcBef>
              <a:spcAft>
                <a:spcPts val="0"/>
              </a:spcAft>
              <a:buClr>
                <a:schemeClr val="dk2"/>
              </a:buClr>
              <a:buSzPts val="1400"/>
              <a:buNone/>
              <a:defRPr>
                <a:solidFill>
                  <a:schemeClr val="dk2"/>
                </a:solidFill>
              </a:defRPr>
            </a:lvl6pPr>
            <a:lvl7pPr lvl="6" algn="ctr">
              <a:spcBef>
                <a:spcPts val="1600"/>
              </a:spcBef>
              <a:spcAft>
                <a:spcPts val="0"/>
              </a:spcAft>
              <a:buClr>
                <a:schemeClr val="dk2"/>
              </a:buClr>
              <a:buSzPts val="1400"/>
              <a:buNone/>
              <a:defRPr>
                <a:solidFill>
                  <a:schemeClr val="dk2"/>
                </a:solidFill>
              </a:defRPr>
            </a:lvl7pPr>
            <a:lvl8pPr lvl="7" algn="ctr">
              <a:spcBef>
                <a:spcPts val="1600"/>
              </a:spcBef>
              <a:spcAft>
                <a:spcPts val="0"/>
              </a:spcAft>
              <a:buClr>
                <a:schemeClr val="dk2"/>
              </a:buClr>
              <a:buSzPts val="1400"/>
              <a:buNone/>
              <a:defRPr>
                <a:solidFill>
                  <a:schemeClr val="dk2"/>
                </a:solidFill>
              </a:defRPr>
            </a:lvl8pPr>
            <a:lvl9pPr lvl="8" algn="ctr">
              <a:spcBef>
                <a:spcPts val="1600"/>
              </a:spcBef>
              <a:spcAft>
                <a:spcPts val="1600"/>
              </a:spcAft>
              <a:buClr>
                <a:schemeClr val="dk2"/>
              </a:buClr>
              <a:buSzPts val="1400"/>
              <a:buNone/>
              <a:defRPr>
                <a:solidFill>
                  <a:schemeClr val="dk2"/>
                </a:solidFill>
              </a:defRPr>
            </a:lvl9pPr>
          </a:lstStyle>
          <a:p>
            <a:endParaRPr/>
          </a:p>
        </p:txBody>
      </p:sp>
      <p:sp>
        <p:nvSpPr>
          <p:cNvPr id="301" name="Google Shape;301;p25"/>
          <p:cNvSpPr txBox="1">
            <a:spLocks noGrp="1"/>
          </p:cNvSpPr>
          <p:nvPr>
            <p:ph type="subTitle" idx="2"/>
          </p:nvPr>
        </p:nvSpPr>
        <p:spPr>
          <a:xfrm>
            <a:off x="1977325" y="3758850"/>
            <a:ext cx="5189100" cy="34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lgn="ctr" rtl="0">
              <a:spcBef>
                <a:spcPts val="1600"/>
              </a:spcBef>
              <a:spcAft>
                <a:spcPts val="0"/>
              </a:spcAft>
              <a:buClr>
                <a:schemeClr val="dk2"/>
              </a:buClr>
              <a:buSzPts val="1400"/>
              <a:buNone/>
              <a:defRPr>
                <a:solidFill>
                  <a:schemeClr val="dk2"/>
                </a:solidFill>
              </a:defRPr>
            </a:lvl2pPr>
            <a:lvl3pPr lvl="2" algn="ctr" rtl="0">
              <a:spcBef>
                <a:spcPts val="1600"/>
              </a:spcBef>
              <a:spcAft>
                <a:spcPts val="0"/>
              </a:spcAft>
              <a:buClr>
                <a:schemeClr val="dk2"/>
              </a:buClr>
              <a:buSzPts val="1400"/>
              <a:buNone/>
              <a:defRPr>
                <a:solidFill>
                  <a:schemeClr val="dk2"/>
                </a:solidFill>
              </a:defRPr>
            </a:lvl3pPr>
            <a:lvl4pPr lvl="3" algn="ctr" rtl="0">
              <a:spcBef>
                <a:spcPts val="1600"/>
              </a:spcBef>
              <a:spcAft>
                <a:spcPts val="0"/>
              </a:spcAft>
              <a:buClr>
                <a:schemeClr val="dk2"/>
              </a:buClr>
              <a:buSzPts val="1400"/>
              <a:buNone/>
              <a:defRPr>
                <a:solidFill>
                  <a:schemeClr val="dk2"/>
                </a:solidFill>
              </a:defRPr>
            </a:lvl4pPr>
            <a:lvl5pPr lvl="4" algn="ctr" rtl="0">
              <a:spcBef>
                <a:spcPts val="1600"/>
              </a:spcBef>
              <a:spcAft>
                <a:spcPts val="0"/>
              </a:spcAft>
              <a:buClr>
                <a:schemeClr val="dk2"/>
              </a:buClr>
              <a:buSzPts val="1400"/>
              <a:buNone/>
              <a:defRPr>
                <a:solidFill>
                  <a:schemeClr val="dk2"/>
                </a:solidFill>
              </a:defRPr>
            </a:lvl5pPr>
            <a:lvl6pPr lvl="5" algn="ctr" rtl="0">
              <a:spcBef>
                <a:spcPts val="1600"/>
              </a:spcBef>
              <a:spcAft>
                <a:spcPts val="0"/>
              </a:spcAft>
              <a:buClr>
                <a:schemeClr val="dk2"/>
              </a:buClr>
              <a:buSzPts val="1400"/>
              <a:buNone/>
              <a:defRPr>
                <a:solidFill>
                  <a:schemeClr val="dk2"/>
                </a:solidFill>
              </a:defRPr>
            </a:lvl6pPr>
            <a:lvl7pPr lvl="6" algn="ctr" rtl="0">
              <a:spcBef>
                <a:spcPts val="1600"/>
              </a:spcBef>
              <a:spcAft>
                <a:spcPts val="0"/>
              </a:spcAft>
              <a:buClr>
                <a:schemeClr val="dk2"/>
              </a:buClr>
              <a:buSzPts val="1400"/>
              <a:buNone/>
              <a:defRPr>
                <a:solidFill>
                  <a:schemeClr val="dk2"/>
                </a:solidFill>
              </a:defRPr>
            </a:lvl7pPr>
            <a:lvl8pPr lvl="7" algn="ctr" rtl="0">
              <a:spcBef>
                <a:spcPts val="1600"/>
              </a:spcBef>
              <a:spcAft>
                <a:spcPts val="0"/>
              </a:spcAft>
              <a:buClr>
                <a:schemeClr val="dk2"/>
              </a:buClr>
              <a:buSzPts val="1400"/>
              <a:buNone/>
              <a:defRPr>
                <a:solidFill>
                  <a:schemeClr val="dk2"/>
                </a:solidFill>
              </a:defRPr>
            </a:lvl8pPr>
            <a:lvl9pPr lvl="8" algn="ctr" rtl="0">
              <a:spcBef>
                <a:spcPts val="1600"/>
              </a:spcBef>
              <a:spcAft>
                <a:spcPts val="1600"/>
              </a:spcAft>
              <a:buClr>
                <a:schemeClr val="dk2"/>
              </a:buClr>
              <a:buSzPts val="1400"/>
              <a:buNone/>
              <a:defRPr>
                <a:solidFill>
                  <a:schemeClr val="dk2"/>
                </a:solidFill>
              </a:defRPr>
            </a:lvl9pPr>
          </a:lstStyle>
          <a:p>
            <a:endParaRPr/>
          </a:p>
        </p:txBody>
      </p:sp>
      <p:sp>
        <p:nvSpPr>
          <p:cNvPr id="302" name="Google Shape;302;p25"/>
          <p:cNvSpPr txBox="1">
            <a:spLocks noGrp="1"/>
          </p:cNvSpPr>
          <p:nvPr>
            <p:ph type="subTitle" idx="3"/>
          </p:nvPr>
        </p:nvSpPr>
        <p:spPr>
          <a:xfrm>
            <a:off x="2087050" y="3142900"/>
            <a:ext cx="4979400" cy="34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lgn="ctr" rtl="0">
              <a:spcBef>
                <a:spcPts val="1600"/>
              </a:spcBef>
              <a:spcAft>
                <a:spcPts val="0"/>
              </a:spcAft>
              <a:buClr>
                <a:schemeClr val="dk2"/>
              </a:buClr>
              <a:buSzPts val="1400"/>
              <a:buNone/>
              <a:defRPr>
                <a:solidFill>
                  <a:schemeClr val="dk2"/>
                </a:solidFill>
              </a:defRPr>
            </a:lvl2pPr>
            <a:lvl3pPr lvl="2" algn="ctr" rtl="0">
              <a:spcBef>
                <a:spcPts val="1600"/>
              </a:spcBef>
              <a:spcAft>
                <a:spcPts val="0"/>
              </a:spcAft>
              <a:buClr>
                <a:schemeClr val="dk2"/>
              </a:buClr>
              <a:buSzPts val="1400"/>
              <a:buNone/>
              <a:defRPr>
                <a:solidFill>
                  <a:schemeClr val="dk2"/>
                </a:solidFill>
              </a:defRPr>
            </a:lvl3pPr>
            <a:lvl4pPr lvl="3" algn="ctr" rtl="0">
              <a:spcBef>
                <a:spcPts val="1600"/>
              </a:spcBef>
              <a:spcAft>
                <a:spcPts val="0"/>
              </a:spcAft>
              <a:buClr>
                <a:schemeClr val="dk2"/>
              </a:buClr>
              <a:buSzPts val="1400"/>
              <a:buNone/>
              <a:defRPr>
                <a:solidFill>
                  <a:schemeClr val="dk2"/>
                </a:solidFill>
              </a:defRPr>
            </a:lvl4pPr>
            <a:lvl5pPr lvl="4" algn="ctr" rtl="0">
              <a:spcBef>
                <a:spcPts val="1600"/>
              </a:spcBef>
              <a:spcAft>
                <a:spcPts val="0"/>
              </a:spcAft>
              <a:buClr>
                <a:schemeClr val="dk2"/>
              </a:buClr>
              <a:buSzPts val="1400"/>
              <a:buNone/>
              <a:defRPr>
                <a:solidFill>
                  <a:schemeClr val="dk2"/>
                </a:solidFill>
              </a:defRPr>
            </a:lvl5pPr>
            <a:lvl6pPr lvl="5" algn="ctr" rtl="0">
              <a:spcBef>
                <a:spcPts val="1600"/>
              </a:spcBef>
              <a:spcAft>
                <a:spcPts val="0"/>
              </a:spcAft>
              <a:buClr>
                <a:schemeClr val="dk2"/>
              </a:buClr>
              <a:buSzPts val="1400"/>
              <a:buNone/>
              <a:defRPr>
                <a:solidFill>
                  <a:schemeClr val="dk2"/>
                </a:solidFill>
              </a:defRPr>
            </a:lvl6pPr>
            <a:lvl7pPr lvl="6" algn="ctr" rtl="0">
              <a:spcBef>
                <a:spcPts val="1600"/>
              </a:spcBef>
              <a:spcAft>
                <a:spcPts val="0"/>
              </a:spcAft>
              <a:buClr>
                <a:schemeClr val="dk2"/>
              </a:buClr>
              <a:buSzPts val="1400"/>
              <a:buNone/>
              <a:defRPr>
                <a:solidFill>
                  <a:schemeClr val="dk2"/>
                </a:solidFill>
              </a:defRPr>
            </a:lvl7pPr>
            <a:lvl8pPr lvl="7" algn="ctr" rtl="0">
              <a:spcBef>
                <a:spcPts val="1600"/>
              </a:spcBef>
              <a:spcAft>
                <a:spcPts val="0"/>
              </a:spcAft>
              <a:buClr>
                <a:schemeClr val="dk2"/>
              </a:buClr>
              <a:buSzPts val="1400"/>
              <a:buNone/>
              <a:defRPr>
                <a:solidFill>
                  <a:schemeClr val="dk2"/>
                </a:solidFill>
              </a:defRPr>
            </a:lvl8pPr>
            <a:lvl9pPr lvl="8" algn="ctr" rtl="0">
              <a:spcBef>
                <a:spcPts val="1600"/>
              </a:spcBef>
              <a:spcAft>
                <a:spcPts val="1600"/>
              </a:spcAft>
              <a:buClr>
                <a:schemeClr val="dk2"/>
              </a:buClr>
              <a:buSzPts val="1400"/>
              <a:buNone/>
              <a:defRPr>
                <a:solidFill>
                  <a:schemeClr val="dk2"/>
                </a:solidFill>
              </a:defRPr>
            </a:lvl9pPr>
          </a:lstStyle>
          <a:p>
            <a:endParaRPr/>
          </a:p>
        </p:txBody>
      </p:sp>
      <p:sp>
        <p:nvSpPr>
          <p:cNvPr id="303" name="Google Shape;303;p25"/>
          <p:cNvSpPr txBox="1">
            <a:spLocks noGrp="1"/>
          </p:cNvSpPr>
          <p:nvPr>
            <p:ph type="subTitle" idx="4"/>
          </p:nvPr>
        </p:nvSpPr>
        <p:spPr>
          <a:xfrm>
            <a:off x="2199150" y="2527000"/>
            <a:ext cx="4755300" cy="34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lgn="ctr" rtl="0">
              <a:spcBef>
                <a:spcPts val="1600"/>
              </a:spcBef>
              <a:spcAft>
                <a:spcPts val="0"/>
              </a:spcAft>
              <a:buClr>
                <a:schemeClr val="dk2"/>
              </a:buClr>
              <a:buSzPts val="1400"/>
              <a:buNone/>
              <a:defRPr>
                <a:solidFill>
                  <a:schemeClr val="dk2"/>
                </a:solidFill>
              </a:defRPr>
            </a:lvl2pPr>
            <a:lvl3pPr lvl="2" algn="ctr" rtl="0">
              <a:spcBef>
                <a:spcPts val="1600"/>
              </a:spcBef>
              <a:spcAft>
                <a:spcPts val="0"/>
              </a:spcAft>
              <a:buClr>
                <a:schemeClr val="dk2"/>
              </a:buClr>
              <a:buSzPts val="1400"/>
              <a:buNone/>
              <a:defRPr>
                <a:solidFill>
                  <a:schemeClr val="dk2"/>
                </a:solidFill>
              </a:defRPr>
            </a:lvl3pPr>
            <a:lvl4pPr lvl="3" algn="ctr" rtl="0">
              <a:spcBef>
                <a:spcPts val="1600"/>
              </a:spcBef>
              <a:spcAft>
                <a:spcPts val="0"/>
              </a:spcAft>
              <a:buClr>
                <a:schemeClr val="dk2"/>
              </a:buClr>
              <a:buSzPts val="1400"/>
              <a:buNone/>
              <a:defRPr>
                <a:solidFill>
                  <a:schemeClr val="dk2"/>
                </a:solidFill>
              </a:defRPr>
            </a:lvl4pPr>
            <a:lvl5pPr lvl="4" algn="ctr" rtl="0">
              <a:spcBef>
                <a:spcPts val="1600"/>
              </a:spcBef>
              <a:spcAft>
                <a:spcPts val="0"/>
              </a:spcAft>
              <a:buClr>
                <a:schemeClr val="dk2"/>
              </a:buClr>
              <a:buSzPts val="1400"/>
              <a:buNone/>
              <a:defRPr>
                <a:solidFill>
                  <a:schemeClr val="dk2"/>
                </a:solidFill>
              </a:defRPr>
            </a:lvl5pPr>
            <a:lvl6pPr lvl="5" algn="ctr" rtl="0">
              <a:spcBef>
                <a:spcPts val="1600"/>
              </a:spcBef>
              <a:spcAft>
                <a:spcPts val="0"/>
              </a:spcAft>
              <a:buClr>
                <a:schemeClr val="dk2"/>
              </a:buClr>
              <a:buSzPts val="1400"/>
              <a:buNone/>
              <a:defRPr>
                <a:solidFill>
                  <a:schemeClr val="dk2"/>
                </a:solidFill>
              </a:defRPr>
            </a:lvl6pPr>
            <a:lvl7pPr lvl="6" algn="ctr" rtl="0">
              <a:spcBef>
                <a:spcPts val="1600"/>
              </a:spcBef>
              <a:spcAft>
                <a:spcPts val="0"/>
              </a:spcAft>
              <a:buClr>
                <a:schemeClr val="dk2"/>
              </a:buClr>
              <a:buSzPts val="1400"/>
              <a:buNone/>
              <a:defRPr>
                <a:solidFill>
                  <a:schemeClr val="dk2"/>
                </a:solidFill>
              </a:defRPr>
            </a:lvl7pPr>
            <a:lvl8pPr lvl="7" algn="ctr" rtl="0">
              <a:spcBef>
                <a:spcPts val="1600"/>
              </a:spcBef>
              <a:spcAft>
                <a:spcPts val="0"/>
              </a:spcAft>
              <a:buClr>
                <a:schemeClr val="dk2"/>
              </a:buClr>
              <a:buSzPts val="1400"/>
              <a:buNone/>
              <a:defRPr>
                <a:solidFill>
                  <a:schemeClr val="dk2"/>
                </a:solidFill>
              </a:defRPr>
            </a:lvl8pPr>
            <a:lvl9pPr lvl="8" algn="ctr" rtl="0">
              <a:spcBef>
                <a:spcPts val="1600"/>
              </a:spcBef>
              <a:spcAft>
                <a:spcPts val="1600"/>
              </a:spcAft>
              <a:buClr>
                <a:schemeClr val="dk2"/>
              </a:buClr>
              <a:buSzPts val="1400"/>
              <a:buNone/>
              <a:defRPr>
                <a:solidFill>
                  <a:schemeClr val="dk2"/>
                </a:solidFill>
              </a:defRPr>
            </a:lvl9pPr>
          </a:lstStyle>
          <a:p>
            <a:endParaRPr/>
          </a:p>
        </p:txBody>
      </p:sp>
      <p:sp>
        <p:nvSpPr>
          <p:cNvPr id="304" name="Google Shape;304;p25"/>
          <p:cNvSpPr txBox="1">
            <a:spLocks noGrp="1"/>
          </p:cNvSpPr>
          <p:nvPr>
            <p:ph type="subTitle" idx="5"/>
          </p:nvPr>
        </p:nvSpPr>
        <p:spPr>
          <a:xfrm>
            <a:off x="2312000" y="1911050"/>
            <a:ext cx="4529400" cy="34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lgn="ctr" rtl="0">
              <a:spcBef>
                <a:spcPts val="1600"/>
              </a:spcBef>
              <a:spcAft>
                <a:spcPts val="0"/>
              </a:spcAft>
              <a:buClr>
                <a:schemeClr val="dk2"/>
              </a:buClr>
              <a:buSzPts val="1400"/>
              <a:buNone/>
              <a:defRPr>
                <a:solidFill>
                  <a:schemeClr val="dk2"/>
                </a:solidFill>
              </a:defRPr>
            </a:lvl2pPr>
            <a:lvl3pPr lvl="2" algn="ctr" rtl="0">
              <a:spcBef>
                <a:spcPts val="1600"/>
              </a:spcBef>
              <a:spcAft>
                <a:spcPts val="0"/>
              </a:spcAft>
              <a:buClr>
                <a:schemeClr val="dk2"/>
              </a:buClr>
              <a:buSzPts val="1400"/>
              <a:buNone/>
              <a:defRPr>
                <a:solidFill>
                  <a:schemeClr val="dk2"/>
                </a:solidFill>
              </a:defRPr>
            </a:lvl3pPr>
            <a:lvl4pPr lvl="3" algn="ctr" rtl="0">
              <a:spcBef>
                <a:spcPts val="1600"/>
              </a:spcBef>
              <a:spcAft>
                <a:spcPts val="0"/>
              </a:spcAft>
              <a:buClr>
                <a:schemeClr val="dk2"/>
              </a:buClr>
              <a:buSzPts val="1400"/>
              <a:buNone/>
              <a:defRPr>
                <a:solidFill>
                  <a:schemeClr val="dk2"/>
                </a:solidFill>
              </a:defRPr>
            </a:lvl4pPr>
            <a:lvl5pPr lvl="4" algn="ctr" rtl="0">
              <a:spcBef>
                <a:spcPts val="1600"/>
              </a:spcBef>
              <a:spcAft>
                <a:spcPts val="0"/>
              </a:spcAft>
              <a:buClr>
                <a:schemeClr val="dk2"/>
              </a:buClr>
              <a:buSzPts val="1400"/>
              <a:buNone/>
              <a:defRPr>
                <a:solidFill>
                  <a:schemeClr val="dk2"/>
                </a:solidFill>
              </a:defRPr>
            </a:lvl5pPr>
            <a:lvl6pPr lvl="5" algn="ctr" rtl="0">
              <a:spcBef>
                <a:spcPts val="1600"/>
              </a:spcBef>
              <a:spcAft>
                <a:spcPts val="0"/>
              </a:spcAft>
              <a:buClr>
                <a:schemeClr val="dk2"/>
              </a:buClr>
              <a:buSzPts val="1400"/>
              <a:buNone/>
              <a:defRPr>
                <a:solidFill>
                  <a:schemeClr val="dk2"/>
                </a:solidFill>
              </a:defRPr>
            </a:lvl6pPr>
            <a:lvl7pPr lvl="6" algn="ctr" rtl="0">
              <a:spcBef>
                <a:spcPts val="1600"/>
              </a:spcBef>
              <a:spcAft>
                <a:spcPts val="0"/>
              </a:spcAft>
              <a:buClr>
                <a:schemeClr val="dk2"/>
              </a:buClr>
              <a:buSzPts val="1400"/>
              <a:buNone/>
              <a:defRPr>
                <a:solidFill>
                  <a:schemeClr val="dk2"/>
                </a:solidFill>
              </a:defRPr>
            </a:lvl7pPr>
            <a:lvl8pPr lvl="7" algn="ctr" rtl="0">
              <a:spcBef>
                <a:spcPts val="1600"/>
              </a:spcBef>
              <a:spcAft>
                <a:spcPts val="0"/>
              </a:spcAft>
              <a:buClr>
                <a:schemeClr val="dk2"/>
              </a:buClr>
              <a:buSzPts val="1400"/>
              <a:buNone/>
              <a:defRPr>
                <a:solidFill>
                  <a:schemeClr val="dk2"/>
                </a:solidFill>
              </a:defRPr>
            </a:lvl8pPr>
            <a:lvl9pPr lvl="8" algn="ctr" rtl="0">
              <a:spcBef>
                <a:spcPts val="1600"/>
              </a:spcBef>
              <a:spcAft>
                <a:spcPts val="1600"/>
              </a:spcAft>
              <a:buClr>
                <a:schemeClr val="dk2"/>
              </a:buClr>
              <a:buSzPts val="1400"/>
              <a:buNone/>
              <a:defRPr>
                <a:solidFill>
                  <a:schemeClr val="dk2"/>
                </a:solidFill>
              </a:defRPr>
            </a:lvl9pPr>
          </a:lstStyle>
          <a:p>
            <a:endParaRPr/>
          </a:p>
        </p:txBody>
      </p:sp>
      <p:sp>
        <p:nvSpPr>
          <p:cNvPr id="305" name="Google Shape;305;p25"/>
          <p:cNvSpPr txBox="1">
            <a:spLocks noGrp="1"/>
          </p:cNvSpPr>
          <p:nvPr>
            <p:ph type="subTitle" idx="6"/>
          </p:nvPr>
        </p:nvSpPr>
        <p:spPr>
          <a:xfrm>
            <a:off x="2435600" y="1295100"/>
            <a:ext cx="4303500" cy="34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1900"/>
              <a:buFont typeface="Calibri"/>
              <a:buNone/>
              <a:defRPr sz="1900">
                <a:solidFill>
                  <a:schemeClr val="dk2"/>
                </a:solidFill>
                <a:latin typeface="Calibri"/>
                <a:ea typeface="Calibri"/>
                <a:cs typeface="Calibri"/>
                <a:sym typeface="Calibri"/>
              </a:defRPr>
            </a:lvl1pPr>
            <a:lvl2pPr lvl="1" algn="ctr" rtl="0">
              <a:spcBef>
                <a:spcPts val="1600"/>
              </a:spcBef>
              <a:spcAft>
                <a:spcPts val="0"/>
              </a:spcAft>
              <a:buClr>
                <a:schemeClr val="dk2"/>
              </a:buClr>
              <a:buSzPts val="1400"/>
              <a:buNone/>
              <a:defRPr>
                <a:solidFill>
                  <a:schemeClr val="dk2"/>
                </a:solidFill>
              </a:defRPr>
            </a:lvl2pPr>
            <a:lvl3pPr lvl="2" algn="ctr" rtl="0">
              <a:spcBef>
                <a:spcPts val="1600"/>
              </a:spcBef>
              <a:spcAft>
                <a:spcPts val="0"/>
              </a:spcAft>
              <a:buClr>
                <a:schemeClr val="dk2"/>
              </a:buClr>
              <a:buSzPts val="1400"/>
              <a:buNone/>
              <a:defRPr>
                <a:solidFill>
                  <a:schemeClr val="dk2"/>
                </a:solidFill>
              </a:defRPr>
            </a:lvl3pPr>
            <a:lvl4pPr lvl="3" algn="ctr" rtl="0">
              <a:spcBef>
                <a:spcPts val="1600"/>
              </a:spcBef>
              <a:spcAft>
                <a:spcPts val="0"/>
              </a:spcAft>
              <a:buClr>
                <a:schemeClr val="dk2"/>
              </a:buClr>
              <a:buSzPts val="1400"/>
              <a:buNone/>
              <a:defRPr>
                <a:solidFill>
                  <a:schemeClr val="dk2"/>
                </a:solidFill>
              </a:defRPr>
            </a:lvl4pPr>
            <a:lvl5pPr lvl="4" algn="ctr" rtl="0">
              <a:spcBef>
                <a:spcPts val="1600"/>
              </a:spcBef>
              <a:spcAft>
                <a:spcPts val="0"/>
              </a:spcAft>
              <a:buClr>
                <a:schemeClr val="dk2"/>
              </a:buClr>
              <a:buSzPts val="1400"/>
              <a:buNone/>
              <a:defRPr>
                <a:solidFill>
                  <a:schemeClr val="dk2"/>
                </a:solidFill>
              </a:defRPr>
            </a:lvl5pPr>
            <a:lvl6pPr lvl="5" algn="ctr" rtl="0">
              <a:spcBef>
                <a:spcPts val="1600"/>
              </a:spcBef>
              <a:spcAft>
                <a:spcPts val="0"/>
              </a:spcAft>
              <a:buClr>
                <a:schemeClr val="dk2"/>
              </a:buClr>
              <a:buSzPts val="1400"/>
              <a:buNone/>
              <a:defRPr>
                <a:solidFill>
                  <a:schemeClr val="dk2"/>
                </a:solidFill>
              </a:defRPr>
            </a:lvl6pPr>
            <a:lvl7pPr lvl="6" algn="ctr" rtl="0">
              <a:spcBef>
                <a:spcPts val="1600"/>
              </a:spcBef>
              <a:spcAft>
                <a:spcPts val="0"/>
              </a:spcAft>
              <a:buClr>
                <a:schemeClr val="dk2"/>
              </a:buClr>
              <a:buSzPts val="1400"/>
              <a:buNone/>
              <a:defRPr>
                <a:solidFill>
                  <a:schemeClr val="dk2"/>
                </a:solidFill>
              </a:defRPr>
            </a:lvl7pPr>
            <a:lvl8pPr lvl="7" algn="ctr" rtl="0">
              <a:spcBef>
                <a:spcPts val="1600"/>
              </a:spcBef>
              <a:spcAft>
                <a:spcPts val="0"/>
              </a:spcAft>
              <a:buClr>
                <a:schemeClr val="dk2"/>
              </a:buClr>
              <a:buSzPts val="1400"/>
              <a:buNone/>
              <a:defRPr>
                <a:solidFill>
                  <a:schemeClr val="dk2"/>
                </a:solidFill>
              </a:defRPr>
            </a:lvl8pPr>
            <a:lvl9pPr lvl="8" algn="ctr" rtl="0">
              <a:spcBef>
                <a:spcPts val="1600"/>
              </a:spcBef>
              <a:spcAft>
                <a:spcPts val="1600"/>
              </a:spcAft>
              <a:buClr>
                <a:schemeClr val="dk2"/>
              </a:buClr>
              <a:buSzPts val="1400"/>
              <a:buNone/>
              <a:defRPr>
                <a:solidFill>
                  <a:schemeClr val="dk2"/>
                </a:solidFill>
              </a:defRPr>
            </a:lvl9pPr>
          </a:lstStyle>
          <a:p>
            <a:endParaRPr/>
          </a:p>
        </p:txBody>
      </p:sp>
      <p:sp>
        <p:nvSpPr>
          <p:cNvPr id="306" name="Google Shape;306;p25"/>
          <p:cNvSpPr txBox="1">
            <a:spLocks noGrp="1"/>
          </p:cNvSpPr>
          <p:nvPr>
            <p:ph type="subTitle" idx="7"/>
          </p:nvPr>
        </p:nvSpPr>
        <p:spPr>
          <a:xfrm>
            <a:off x="7502650" y="1227575"/>
            <a:ext cx="1501800" cy="2174100"/>
          </a:xfrm>
          <a:prstGeom prst="rect">
            <a:avLst/>
          </a:prstGeom>
        </p:spPr>
        <p:txBody>
          <a:bodyPr spcFirstLastPara="1" wrap="square" lIns="91425" tIns="91425" rIns="91425" bIns="91425" anchor="t" anchorCtr="0">
            <a:noAutofit/>
          </a:bodyPr>
          <a:lstStyle>
            <a:lvl1pPr lvl="0">
              <a:spcBef>
                <a:spcPts val="0"/>
              </a:spcBef>
              <a:spcAft>
                <a:spcPts val="0"/>
              </a:spcAft>
              <a:buSzPts val="1800"/>
              <a:buFont typeface="Calibri"/>
              <a:buNone/>
              <a:defRPr b="0">
                <a:latin typeface="Calibri"/>
                <a:ea typeface="Calibri"/>
                <a:cs typeface="Calibri"/>
                <a:sym typeface="Calibri"/>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Black)" type="tx">
  <p:cSld name="TITLE_AND_BODY">
    <p:bg>
      <p:bgPr>
        <a:solidFill>
          <a:schemeClr val="lt1"/>
        </a:solidFill>
        <a:effectLst/>
      </p:bgPr>
    </p:bg>
    <p:spTree>
      <p:nvGrpSpPr>
        <p:cNvPr id="1" name="Shape 307"/>
        <p:cNvGrpSpPr/>
        <p:nvPr/>
      </p:nvGrpSpPr>
      <p:grpSpPr>
        <a:xfrm>
          <a:off x="0" y="0"/>
          <a:ext cx="0" cy="0"/>
          <a:chOff x="0" y="0"/>
          <a:chExt cx="0" cy="0"/>
        </a:xfrm>
      </p:grpSpPr>
      <p:sp>
        <p:nvSpPr>
          <p:cNvPr id="308" name="Google Shape;308;p26"/>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3000"/>
              <a:buNone/>
              <a:defRPr>
                <a:solidFill>
                  <a:srgbClr val="FFFFFF"/>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9" name="Google Shape;309;p26"/>
          <p:cNvSpPr txBox="1">
            <a:spLocks noGrp="1"/>
          </p:cNvSpPr>
          <p:nvPr>
            <p:ph type="body" idx="1"/>
          </p:nvPr>
        </p:nvSpPr>
        <p:spPr>
          <a:xfrm>
            <a:off x="311700" y="1152475"/>
            <a:ext cx="8520600" cy="341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Clr>
                <a:srgbClr val="FFFFFF"/>
              </a:buClr>
              <a:buSzPts val="1800"/>
              <a:buChar char="●"/>
              <a:defRPr>
                <a:solidFill>
                  <a:srgbClr val="FFFFFF"/>
                </a:solidFill>
              </a:defRPr>
            </a:lvl1pPr>
            <a:lvl2pPr marL="914400" lvl="1" indent="-317500">
              <a:spcBef>
                <a:spcPts val="1600"/>
              </a:spcBef>
              <a:spcAft>
                <a:spcPts val="0"/>
              </a:spcAft>
              <a:buClr>
                <a:srgbClr val="FFFFFF"/>
              </a:buClr>
              <a:buSzPts val="1400"/>
              <a:buChar char="○"/>
              <a:defRPr>
                <a:solidFill>
                  <a:srgbClr val="FFFFFF"/>
                </a:solidFill>
              </a:defRPr>
            </a:lvl2pPr>
            <a:lvl3pPr marL="1371600" lvl="2" indent="-317500">
              <a:spcBef>
                <a:spcPts val="1600"/>
              </a:spcBef>
              <a:spcAft>
                <a:spcPts val="0"/>
              </a:spcAft>
              <a:buClr>
                <a:srgbClr val="FFFFFF"/>
              </a:buClr>
              <a:buSzPts val="1400"/>
              <a:buChar char="■"/>
              <a:defRPr>
                <a:solidFill>
                  <a:srgbClr val="FFFFFF"/>
                </a:solidFill>
              </a:defRPr>
            </a:lvl3pPr>
            <a:lvl4pPr marL="1828800" lvl="3" indent="-317500">
              <a:spcBef>
                <a:spcPts val="1600"/>
              </a:spcBef>
              <a:spcAft>
                <a:spcPts val="0"/>
              </a:spcAft>
              <a:buClr>
                <a:srgbClr val="FFFFFF"/>
              </a:buClr>
              <a:buSzPts val="1400"/>
              <a:buChar char="●"/>
              <a:defRPr>
                <a:solidFill>
                  <a:srgbClr val="FFFFFF"/>
                </a:solidFill>
              </a:defRPr>
            </a:lvl4pPr>
            <a:lvl5pPr marL="2286000" lvl="4" indent="-317500">
              <a:spcBef>
                <a:spcPts val="1600"/>
              </a:spcBef>
              <a:spcAft>
                <a:spcPts val="0"/>
              </a:spcAft>
              <a:buClr>
                <a:srgbClr val="FFFFFF"/>
              </a:buClr>
              <a:buSzPts val="1400"/>
              <a:buChar char="○"/>
              <a:defRPr>
                <a:solidFill>
                  <a:srgbClr val="FFFFFF"/>
                </a:solidFill>
              </a:defRPr>
            </a:lvl5pPr>
            <a:lvl6pPr marL="2743200" lvl="5" indent="-317500">
              <a:spcBef>
                <a:spcPts val="1600"/>
              </a:spcBef>
              <a:spcAft>
                <a:spcPts val="0"/>
              </a:spcAft>
              <a:buClr>
                <a:srgbClr val="FFFFFF"/>
              </a:buClr>
              <a:buSzPts val="1400"/>
              <a:buChar char="■"/>
              <a:defRPr>
                <a:solidFill>
                  <a:srgbClr val="FFFFFF"/>
                </a:solidFill>
              </a:defRPr>
            </a:lvl6pPr>
            <a:lvl7pPr marL="3200400" lvl="6" indent="-317500">
              <a:spcBef>
                <a:spcPts val="1600"/>
              </a:spcBef>
              <a:spcAft>
                <a:spcPts val="0"/>
              </a:spcAft>
              <a:buClr>
                <a:srgbClr val="FFFFFF"/>
              </a:buClr>
              <a:buSzPts val="1400"/>
              <a:buChar char="●"/>
              <a:defRPr>
                <a:solidFill>
                  <a:srgbClr val="FFFFFF"/>
                </a:solidFill>
              </a:defRPr>
            </a:lvl7pPr>
            <a:lvl8pPr marL="3657600" lvl="7" indent="-317500">
              <a:spcBef>
                <a:spcPts val="1600"/>
              </a:spcBef>
              <a:spcAft>
                <a:spcPts val="0"/>
              </a:spcAft>
              <a:buClr>
                <a:srgbClr val="FFFFFF"/>
              </a:buClr>
              <a:buSzPts val="1400"/>
              <a:buChar char="○"/>
              <a:defRPr>
                <a:solidFill>
                  <a:srgbClr val="FFFFFF"/>
                </a:solidFill>
              </a:defRPr>
            </a:lvl8pPr>
            <a:lvl9pPr marL="4114800" lvl="8" indent="-317500">
              <a:spcBef>
                <a:spcPts val="1600"/>
              </a:spcBef>
              <a:spcAft>
                <a:spcPts val="1600"/>
              </a:spcAft>
              <a:buClr>
                <a:srgbClr val="FFFFFF"/>
              </a:buClr>
              <a:buSzPts val="1400"/>
              <a:buChar char="■"/>
              <a:defRPr>
                <a:solidFill>
                  <a:srgbClr val="FFFFFF"/>
                </a:solidFill>
              </a:defRPr>
            </a:lvl9pPr>
          </a:lstStyle>
          <a:p>
            <a:endParaRPr/>
          </a:p>
        </p:txBody>
      </p:sp>
      <p:pic>
        <p:nvPicPr>
          <p:cNvPr id="310" name="Google Shape;310;p26"/>
          <p:cNvPicPr preferRelativeResize="0"/>
          <p:nvPr/>
        </p:nvPicPr>
        <p:blipFill>
          <a:blip r:embed="rId2">
            <a:alphaModFix/>
          </a:blip>
          <a:stretch>
            <a:fillRect/>
          </a:stretch>
        </p:blipFill>
        <p:spPr>
          <a:xfrm>
            <a:off x="311700" y="1017725"/>
            <a:ext cx="8522208" cy="7680"/>
          </a:xfrm>
          <a:prstGeom prst="rect">
            <a:avLst/>
          </a:prstGeom>
          <a:noFill/>
          <a:ln>
            <a:noFill/>
          </a:ln>
        </p:spPr>
      </p:pic>
      <p:sp>
        <p:nvSpPr>
          <p:cNvPr id="311" name="Google Shape;311;p26"/>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solidFill>
                  <a:srgbClr val="FFFFFF"/>
                </a:solidFill>
                <a:latin typeface="Open Sans SemiBold"/>
                <a:ea typeface="Open Sans SemiBold"/>
                <a:cs typeface="Open Sans SemiBold"/>
                <a:sym typeface="Open Sans SemiBold"/>
              </a:defRPr>
            </a:lvl1pPr>
            <a:lvl2pPr lvl="1" rtl="0">
              <a:lnSpc>
                <a:spcPct val="100000"/>
              </a:lnSpc>
              <a:buNone/>
              <a:defRPr sz="800">
                <a:solidFill>
                  <a:srgbClr val="FFFFFF"/>
                </a:solidFill>
                <a:latin typeface="Open Sans SemiBold"/>
                <a:ea typeface="Open Sans SemiBold"/>
                <a:cs typeface="Open Sans SemiBold"/>
                <a:sym typeface="Open Sans SemiBold"/>
              </a:defRPr>
            </a:lvl2pPr>
            <a:lvl3pPr lvl="2" rtl="0">
              <a:lnSpc>
                <a:spcPct val="100000"/>
              </a:lnSpc>
              <a:buNone/>
              <a:defRPr sz="800">
                <a:solidFill>
                  <a:srgbClr val="FFFFFF"/>
                </a:solidFill>
                <a:latin typeface="Open Sans SemiBold"/>
                <a:ea typeface="Open Sans SemiBold"/>
                <a:cs typeface="Open Sans SemiBold"/>
                <a:sym typeface="Open Sans SemiBold"/>
              </a:defRPr>
            </a:lvl3pPr>
            <a:lvl4pPr lvl="3" rtl="0">
              <a:lnSpc>
                <a:spcPct val="100000"/>
              </a:lnSpc>
              <a:buNone/>
              <a:defRPr sz="800">
                <a:solidFill>
                  <a:srgbClr val="FFFFFF"/>
                </a:solidFill>
                <a:latin typeface="Open Sans SemiBold"/>
                <a:ea typeface="Open Sans SemiBold"/>
                <a:cs typeface="Open Sans SemiBold"/>
                <a:sym typeface="Open Sans SemiBold"/>
              </a:defRPr>
            </a:lvl4pPr>
            <a:lvl5pPr lvl="4" rtl="0">
              <a:lnSpc>
                <a:spcPct val="100000"/>
              </a:lnSpc>
              <a:buNone/>
              <a:defRPr sz="800">
                <a:solidFill>
                  <a:srgbClr val="FFFFFF"/>
                </a:solidFill>
                <a:latin typeface="Open Sans SemiBold"/>
                <a:ea typeface="Open Sans SemiBold"/>
                <a:cs typeface="Open Sans SemiBold"/>
                <a:sym typeface="Open Sans SemiBold"/>
              </a:defRPr>
            </a:lvl5pPr>
            <a:lvl6pPr lvl="5" rtl="0">
              <a:lnSpc>
                <a:spcPct val="100000"/>
              </a:lnSpc>
              <a:buNone/>
              <a:defRPr sz="800">
                <a:solidFill>
                  <a:srgbClr val="FFFFFF"/>
                </a:solidFill>
                <a:latin typeface="Open Sans SemiBold"/>
                <a:ea typeface="Open Sans SemiBold"/>
                <a:cs typeface="Open Sans SemiBold"/>
                <a:sym typeface="Open Sans SemiBold"/>
              </a:defRPr>
            </a:lvl6pPr>
            <a:lvl7pPr lvl="6" rtl="0">
              <a:lnSpc>
                <a:spcPct val="100000"/>
              </a:lnSpc>
              <a:buNone/>
              <a:defRPr sz="800">
                <a:solidFill>
                  <a:srgbClr val="FFFFFF"/>
                </a:solidFill>
                <a:latin typeface="Open Sans SemiBold"/>
                <a:ea typeface="Open Sans SemiBold"/>
                <a:cs typeface="Open Sans SemiBold"/>
                <a:sym typeface="Open Sans SemiBold"/>
              </a:defRPr>
            </a:lvl7pPr>
            <a:lvl8pPr lvl="7" rtl="0">
              <a:lnSpc>
                <a:spcPct val="100000"/>
              </a:lnSpc>
              <a:buNone/>
              <a:defRPr sz="800">
                <a:solidFill>
                  <a:srgbClr val="FFFFFF"/>
                </a:solidFill>
                <a:latin typeface="Open Sans SemiBold"/>
                <a:ea typeface="Open Sans SemiBold"/>
                <a:cs typeface="Open Sans SemiBold"/>
                <a:sym typeface="Open Sans SemiBold"/>
              </a:defRPr>
            </a:lvl8pPr>
            <a:lvl9pPr lvl="8" rtl="0">
              <a:lnSpc>
                <a:spcPct val="100000"/>
              </a:lnSpc>
              <a:buNone/>
              <a:defRPr sz="800">
                <a:solidFill>
                  <a:srgbClr val="FFFFFF"/>
                </a:solidFill>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12" name="Google Shape;312;p26"/>
          <p:cNvSpPr/>
          <p:nvPr/>
        </p:nvSpPr>
        <p:spPr>
          <a:xfrm>
            <a:off x="314671" y="4994025"/>
            <a:ext cx="2895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314671" y="4800175"/>
            <a:ext cx="2895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6"/>
          <p:cNvSpPr/>
          <p:nvPr/>
        </p:nvSpPr>
        <p:spPr>
          <a:xfrm>
            <a:off x="281075" y="4874899"/>
            <a:ext cx="356700" cy="86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5" name="Google Shape;315;p26"/>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Blue)">
  <p:cSld name="TITLE_AND_BODY_1">
    <p:bg>
      <p:bgPr>
        <a:solidFill>
          <a:schemeClr val="dk1"/>
        </a:solidFill>
        <a:effectLst/>
      </p:bgPr>
    </p:bg>
    <p:spTree>
      <p:nvGrpSpPr>
        <p:cNvPr id="1" name="Shape 316"/>
        <p:cNvGrpSpPr/>
        <p:nvPr/>
      </p:nvGrpSpPr>
      <p:grpSpPr>
        <a:xfrm>
          <a:off x="0" y="0"/>
          <a:ext cx="0" cy="0"/>
          <a:chOff x="0" y="0"/>
          <a:chExt cx="0" cy="0"/>
        </a:xfrm>
      </p:grpSpPr>
      <p:sp>
        <p:nvSpPr>
          <p:cNvPr id="317" name="Google Shape;317;p27"/>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8" name="Google Shape;318;p27"/>
          <p:cNvSpPr txBox="1">
            <a:spLocks noGrp="1"/>
          </p:cNvSpPr>
          <p:nvPr>
            <p:ph type="body" idx="1"/>
          </p:nvPr>
        </p:nvSpPr>
        <p:spPr>
          <a:xfrm>
            <a:off x="311700" y="1152475"/>
            <a:ext cx="8520600" cy="34101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Char char="●"/>
              <a:defRPr>
                <a:solidFill>
                  <a:srgbClr val="FFFFFF"/>
                </a:solidFill>
              </a:defRPr>
            </a:lvl1pPr>
            <a:lvl2pPr marL="914400" lvl="1" indent="-317500" rtl="0">
              <a:spcBef>
                <a:spcPts val="1600"/>
              </a:spcBef>
              <a:spcAft>
                <a:spcPts val="0"/>
              </a:spcAft>
              <a:buClr>
                <a:srgbClr val="FFFFFF"/>
              </a:buClr>
              <a:buSzPts val="1400"/>
              <a:buChar char="○"/>
              <a:defRPr>
                <a:solidFill>
                  <a:srgbClr val="FFFFFF"/>
                </a:solidFill>
              </a:defRPr>
            </a:lvl2pPr>
            <a:lvl3pPr marL="1371600" lvl="2" indent="-317500" rtl="0">
              <a:spcBef>
                <a:spcPts val="1600"/>
              </a:spcBef>
              <a:spcAft>
                <a:spcPts val="0"/>
              </a:spcAft>
              <a:buClr>
                <a:srgbClr val="FFFFFF"/>
              </a:buClr>
              <a:buSzPts val="1400"/>
              <a:buChar char="■"/>
              <a:defRPr>
                <a:solidFill>
                  <a:srgbClr val="FFFFFF"/>
                </a:solidFill>
              </a:defRPr>
            </a:lvl3pPr>
            <a:lvl4pPr marL="1828800" lvl="3" indent="-317500" rtl="0">
              <a:spcBef>
                <a:spcPts val="1600"/>
              </a:spcBef>
              <a:spcAft>
                <a:spcPts val="0"/>
              </a:spcAft>
              <a:buClr>
                <a:srgbClr val="FFFFFF"/>
              </a:buClr>
              <a:buSzPts val="1400"/>
              <a:buChar char="●"/>
              <a:defRPr>
                <a:solidFill>
                  <a:srgbClr val="FFFFFF"/>
                </a:solidFill>
              </a:defRPr>
            </a:lvl4pPr>
            <a:lvl5pPr marL="2286000" lvl="4" indent="-317500" rtl="0">
              <a:spcBef>
                <a:spcPts val="1600"/>
              </a:spcBef>
              <a:spcAft>
                <a:spcPts val="0"/>
              </a:spcAft>
              <a:buClr>
                <a:srgbClr val="FFFFFF"/>
              </a:buClr>
              <a:buSzPts val="1400"/>
              <a:buChar char="○"/>
              <a:defRPr>
                <a:solidFill>
                  <a:srgbClr val="FFFFFF"/>
                </a:solidFill>
              </a:defRPr>
            </a:lvl5pPr>
            <a:lvl6pPr marL="2743200" lvl="5" indent="-317500" rtl="0">
              <a:spcBef>
                <a:spcPts val="1600"/>
              </a:spcBef>
              <a:spcAft>
                <a:spcPts val="0"/>
              </a:spcAft>
              <a:buClr>
                <a:srgbClr val="FFFFFF"/>
              </a:buClr>
              <a:buSzPts val="1400"/>
              <a:buChar char="■"/>
              <a:defRPr>
                <a:solidFill>
                  <a:srgbClr val="FFFFFF"/>
                </a:solidFill>
              </a:defRPr>
            </a:lvl6pPr>
            <a:lvl7pPr marL="3200400" lvl="6" indent="-317500" rtl="0">
              <a:spcBef>
                <a:spcPts val="1600"/>
              </a:spcBef>
              <a:spcAft>
                <a:spcPts val="0"/>
              </a:spcAft>
              <a:buClr>
                <a:srgbClr val="FFFFFF"/>
              </a:buClr>
              <a:buSzPts val="1400"/>
              <a:buChar char="●"/>
              <a:defRPr>
                <a:solidFill>
                  <a:srgbClr val="FFFFFF"/>
                </a:solidFill>
              </a:defRPr>
            </a:lvl7pPr>
            <a:lvl8pPr marL="3657600" lvl="7" indent="-317500" rtl="0">
              <a:spcBef>
                <a:spcPts val="1600"/>
              </a:spcBef>
              <a:spcAft>
                <a:spcPts val="0"/>
              </a:spcAft>
              <a:buClr>
                <a:srgbClr val="FFFFFF"/>
              </a:buClr>
              <a:buSzPts val="1400"/>
              <a:buChar char="○"/>
              <a:defRPr>
                <a:solidFill>
                  <a:srgbClr val="FFFFFF"/>
                </a:solidFill>
              </a:defRPr>
            </a:lvl8pPr>
            <a:lvl9pPr marL="4114800" lvl="8" indent="-317500" rtl="0">
              <a:spcBef>
                <a:spcPts val="1600"/>
              </a:spcBef>
              <a:spcAft>
                <a:spcPts val="1600"/>
              </a:spcAft>
              <a:buClr>
                <a:srgbClr val="FFFFFF"/>
              </a:buClr>
              <a:buSzPts val="1400"/>
              <a:buChar char="■"/>
              <a:defRPr>
                <a:solidFill>
                  <a:srgbClr val="FFFFFF"/>
                </a:solidFill>
              </a:defRPr>
            </a:lvl9pPr>
          </a:lstStyle>
          <a:p>
            <a:endParaRPr/>
          </a:p>
        </p:txBody>
      </p:sp>
      <p:pic>
        <p:nvPicPr>
          <p:cNvPr id="319" name="Google Shape;319;p27"/>
          <p:cNvPicPr preferRelativeResize="0"/>
          <p:nvPr/>
        </p:nvPicPr>
        <p:blipFill>
          <a:blip r:embed="rId2">
            <a:alphaModFix/>
          </a:blip>
          <a:stretch>
            <a:fillRect/>
          </a:stretch>
        </p:blipFill>
        <p:spPr>
          <a:xfrm>
            <a:off x="311700" y="1017725"/>
            <a:ext cx="8522208" cy="7680"/>
          </a:xfrm>
          <a:prstGeom prst="rect">
            <a:avLst/>
          </a:prstGeom>
          <a:noFill/>
          <a:ln>
            <a:noFill/>
          </a:ln>
        </p:spPr>
      </p:pic>
      <p:sp>
        <p:nvSpPr>
          <p:cNvPr id="320" name="Google Shape;320;p27"/>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solidFill>
                  <a:srgbClr val="FFFFFF"/>
                </a:solidFill>
                <a:latin typeface="Open Sans SemiBold"/>
                <a:ea typeface="Open Sans SemiBold"/>
                <a:cs typeface="Open Sans SemiBold"/>
                <a:sym typeface="Open Sans SemiBold"/>
              </a:defRPr>
            </a:lvl1pPr>
            <a:lvl2pPr lvl="1" rtl="0">
              <a:lnSpc>
                <a:spcPct val="100000"/>
              </a:lnSpc>
              <a:buNone/>
              <a:defRPr sz="800">
                <a:solidFill>
                  <a:srgbClr val="FFFFFF"/>
                </a:solidFill>
                <a:latin typeface="Open Sans SemiBold"/>
                <a:ea typeface="Open Sans SemiBold"/>
                <a:cs typeface="Open Sans SemiBold"/>
                <a:sym typeface="Open Sans SemiBold"/>
              </a:defRPr>
            </a:lvl2pPr>
            <a:lvl3pPr lvl="2" rtl="0">
              <a:lnSpc>
                <a:spcPct val="100000"/>
              </a:lnSpc>
              <a:buNone/>
              <a:defRPr sz="800">
                <a:solidFill>
                  <a:srgbClr val="FFFFFF"/>
                </a:solidFill>
                <a:latin typeface="Open Sans SemiBold"/>
                <a:ea typeface="Open Sans SemiBold"/>
                <a:cs typeface="Open Sans SemiBold"/>
                <a:sym typeface="Open Sans SemiBold"/>
              </a:defRPr>
            </a:lvl3pPr>
            <a:lvl4pPr lvl="3" rtl="0">
              <a:lnSpc>
                <a:spcPct val="100000"/>
              </a:lnSpc>
              <a:buNone/>
              <a:defRPr sz="800">
                <a:solidFill>
                  <a:srgbClr val="FFFFFF"/>
                </a:solidFill>
                <a:latin typeface="Open Sans SemiBold"/>
                <a:ea typeface="Open Sans SemiBold"/>
                <a:cs typeface="Open Sans SemiBold"/>
                <a:sym typeface="Open Sans SemiBold"/>
              </a:defRPr>
            </a:lvl4pPr>
            <a:lvl5pPr lvl="4" rtl="0">
              <a:lnSpc>
                <a:spcPct val="100000"/>
              </a:lnSpc>
              <a:buNone/>
              <a:defRPr sz="800">
                <a:solidFill>
                  <a:srgbClr val="FFFFFF"/>
                </a:solidFill>
                <a:latin typeface="Open Sans SemiBold"/>
                <a:ea typeface="Open Sans SemiBold"/>
                <a:cs typeface="Open Sans SemiBold"/>
                <a:sym typeface="Open Sans SemiBold"/>
              </a:defRPr>
            </a:lvl5pPr>
            <a:lvl6pPr lvl="5" rtl="0">
              <a:lnSpc>
                <a:spcPct val="100000"/>
              </a:lnSpc>
              <a:buNone/>
              <a:defRPr sz="800">
                <a:solidFill>
                  <a:srgbClr val="FFFFFF"/>
                </a:solidFill>
                <a:latin typeface="Open Sans SemiBold"/>
                <a:ea typeface="Open Sans SemiBold"/>
                <a:cs typeface="Open Sans SemiBold"/>
                <a:sym typeface="Open Sans SemiBold"/>
              </a:defRPr>
            </a:lvl6pPr>
            <a:lvl7pPr lvl="6" rtl="0">
              <a:lnSpc>
                <a:spcPct val="100000"/>
              </a:lnSpc>
              <a:buNone/>
              <a:defRPr sz="800">
                <a:solidFill>
                  <a:srgbClr val="FFFFFF"/>
                </a:solidFill>
                <a:latin typeface="Open Sans SemiBold"/>
                <a:ea typeface="Open Sans SemiBold"/>
                <a:cs typeface="Open Sans SemiBold"/>
                <a:sym typeface="Open Sans SemiBold"/>
              </a:defRPr>
            </a:lvl7pPr>
            <a:lvl8pPr lvl="7" rtl="0">
              <a:lnSpc>
                <a:spcPct val="100000"/>
              </a:lnSpc>
              <a:buNone/>
              <a:defRPr sz="800">
                <a:solidFill>
                  <a:srgbClr val="FFFFFF"/>
                </a:solidFill>
                <a:latin typeface="Open Sans SemiBold"/>
                <a:ea typeface="Open Sans SemiBold"/>
                <a:cs typeface="Open Sans SemiBold"/>
                <a:sym typeface="Open Sans SemiBold"/>
              </a:defRPr>
            </a:lvl8pPr>
            <a:lvl9pPr lvl="8" rtl="0">
              <a:lnSpc>
                <a:spcPct val="100000"/>
              </a:lnSpc>
              <a:buNone/>
              <a:defRPr sz="800">
                <a:solidFill>
                  <a:srgbClr val="FFFFFF"/>
                </a:solidFill>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21" name="Google Shape;321;p27"/>
          <p:cNvSpPr/>
          <p:nvPr/>
        </p:nvSpPr>
        <p:spPr>
          <a:xfrm>
            <a:off x="314671" y="4994025"/>
            <a:ext cx="2895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7"/>
          <p:cNvSpPr/>
          <p:nvPr/>
        </p:nvSpPr>
        <p:spPr>
          <a:xfrm>
            <a:off x="314671" y="4800175"/>
            <a:ext cx="2895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7"/>
          <p:cNvSpPr/>
          <p:nvPr/>
        </p:nvSpPr>
        <p:spPr>
          <a:xfrm>
            <a:off x="281075" y="4874899"/>
            <a:ext cx="356700" cy="86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4" name="Google Shape;324;p27"/>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Orange)">
  <p:cSld name="TITLE_AND_BODY_1_1">
    <p:bg>
      <p:bgPr>
        <a:solidFill>
          <a:schemeClr val="accent1"/>
        </a:solidFill>
        <a:effectLst/>
      </p:bgPr>
    </p:bg>
    <p:spTree>
      <p:nvGrpSpPr>
        <p:cNvPr id="1" name="Shape 325"/>
        <p:cNvGrpSpPr/>
        <p:nvPr/>
      </p:nvGrpSpPr>
      <p:grpSpPr>
        <a:xfrm>
          <a:off x="0" y="0"/>
          <a:ext cx="0" cy="0"/>
          <a:chOff x="0" y="0"/>
          <a:chExt cx="0" cy="0"/>
        </a:xfrm>
      </p:grpSpPr>
      <p:sp>
        <p:nvSpPr>
          <p:cNvPr id="326" name="Google Shape;326;p28"/>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FFFFFF"/>
              </a:buClr>
              <a:buSzPts val="3000"/>
              <a:buNone/>
              <a:defRPr>
                <a:solidFill>
                  <a:srgbClr val="FFFFFF"/>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27" name="Google Shape;327;p28"/>
          <p:cNvSpPr txBox="1">
            <a:spLocks noGrp="1"/>
          </p:cNvSpPr>
          <p:nvPr>
            <p:ph type="body" idx="1"/>
          </p:nvPr>
        </p:nvSpPr>
        <p:spPr>
          <a:xfrm>
            <a:off x="311700" y="1152475"/>
            <a:ext cx="8520600" cy="34101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Char char="●"/>
              <a:defRPr>
                <a:solidFill>
                  <a:srgbClr val="FFFFFF"/>
                </a:solidFill>
              </a:defRPr>
            </a:lvl1pPr>
            <a:lvl2pPr marL="914400" lvl="1" indent="-317500" rtl="0">
              <a:spcBef>
                <a:spcPts val="1600"/>
              </a:spcBef>
              <a:spcAft>
                <a:spcPts val="0"/>
              </a:spcAft>
              <a:buClr>
                <a:srgbClr val="FFFFFF"/>
              </a:buClr>
              <a:buSzPts val="1400"/>
              <a:buChar char="○"/>
              <a:defRPr>
                <a:solidFill>
                  <a:srgbClr val="FFFFFF"/>
                </a:solidFill>
              </a:defRPr>
            </a:lvl2pPr>
            <a:lvl3pPr marL="1371600" lvl="2" indent="-317500" rtl="0">
              <a:spcBef>
                <a:spcPts val="1600"/>
              </a:spcBef>
              <a:spcAft>
                <a:spcPts val="0"/>
              </a:spcAft>
              <a:buClr>
                <a:srgbClr val="FFFFFF"/>
              </a:buClr>
              <a:buSzPts val="1400"/>
              <a:buChar char="■"/>
              <a:defRPr>
                <a:solidFill>
                  <a:srgbClr val="FFFFFF"/>
                </a:solidFill>
              </a:defRPr>
            </a:lvl3pPr>
            <a:lvl4pPr marL="1828800" lvl="3" indent="-317500" rtl="0">
              <a:spcBef>
                <a:spcPts val="1600"/>
              </a:spcBef>
              <a:spcAft>
                <a:spcPts val="0"/>
              </a:spcAft>
              <a:buClr>
                <a:srgbClr val="FFFFFF"/>
              </a:buClr>
              <a:buSzPts val="1400"/>
              <a:buChar char="●"/>
              <a:defRPr>
                <a:solidFill>
                  <a:srgbClr val="FFFFFF"/>
                </a:solidFill>
              </a:defRPr>
            </a:lvl4pPr>
            <a:lvl5pPr marL="2286000" lvl="4" indent="-317500" rtl="0">
              <a:spcBef>
                <a:spcPts val="1600"/>
              </a:spcBef>
              <a:spcAft>
                <a:spcPts val="0"/>
              </a:spcAft>
              <a:buClr>
                <a:srgbClr val="FFFFFF"/>
              </a:buClr>
              <a:buSzPts val="1400"/>
              <a:buChar char="○"/>
              <a:defRPr>
                <a:solidFill>
                  <a:srgbClr val="FFFFFF"/>
                </a:solidFill>
              </a:defRPr>
            </a:lvl5pPr>
            <a:lvl6pPr marL="2743200" lvl="5" indent="-317500" rtl="0">
              <a:spcBef>
                <a:spcPts val="1600"/>
              </a:spcBef>
              <a:spcAft>
                <a:spcPts val="0"/>
              </a:spcAft>
              <a:buClr>
                <a:srgbClr val="FFFFFF"/>
              </a:buClr>
              <a:buSzPts val="1400"/>
              <a:buChar char="■"/>
              <a:defRPr>
                <a:solidFill>
                  <a:srgbClr val="FFFFFF"/>
                </a:solidFill>
              </a:defRPr>
            </a:lvl6pPr>
            <a:lvl7pPr marL="3200400" lvl="6" indent="-317500" rtl="0">
              <a:spcBef>
                <a:spcPts val="1600"/>
              </a:spcBef>
              <a:spcAft>
                <a:spcPts val="0"/>
              </a:spcAft>
              <a:buClr>
                <a:srgbClr val="FFFFFF"/>
              </a:buClr>
              <a:buSzPts val="1400"/>
              <a:buChar char="●"/>
              <a:defRPr>
                <a:solidFill>
                  <a:srgbClr val="FFFFFF"/>
                </a:solidFill>
              </a:defRPr>
            </a:lvl7pPr>
            <a:lvl8pPr marL="3657600" lvl="7" indent="-317500" rtl="0">
              <a:spcBef>
                <a:spcPts val="1600"/>
              </a:spcBef>
              <a:spcAft>
                <a:spcPts val="0"/>
              </a:spcAft>
              <a:buClr>
                <a:srgbClr val="FFFFFF"/>
              </a:buClr>
              <a:buSzPts val="1400"/>
              <a:buChar char="○"/>
              <a:defRPr>
                <a:solidFill>
                  <a:srgbClr val="FFFFFF"/>
                </a:solidFill>
              </a:defRPr>
            </a:lvl8pPr>
            <a:lvl9pPr marL="4114800" lvl="8" indent="-317500" rtl="0">
              <a:spcBef>
                <a:spcPts val="1600"/>
              </a:spcBef>
              <a:spcAft>
                <a:spcPts val="1600"/>
              </a:spcAft>
              <a:buClr>
                <a:srgbClr val="FFFFFF"/>
              </a:buClr>
              <a:buSzPts val="1400"/>
              <a:buChar char="■"/>
              <a:defRPr>
                <a:solidFill>
                  <a:srgbClr val="FFFFFF"/>
                </a:solidFill>
              </a:defRPr>
            </a:lvl9pPr>
          </a:lstStyle>
          <a:p>
            <a:endParaRPr/>
          </a:p>
        </p:txBody>
      </p:sp>
      <p:pic>
        <p:nvPicPr>
          <p:cNvPr id="328" name="Google Shape;328;p28"/>
          <p:cNvPicPr preferRelativeResize="0"/>
          <p:nvPr/>
        </p:nvPicPr>
        <p:blipFill>
          <a:blip r:embed="rId2">
            <a:alphaModFix/>
          </a:blip>
          <a:stretch>
            <a:fillRect/>
          </a:stretch>
        </p:blipFill>
        <p:spPr>
          <a:xfrm>
            <a:off x="311700" y="1017725"/>
            <a:ext cx="8522208" cy="7680"/>
          </a:xfrm>
          <a:prstGeom prst="rect">
            <a:avLst/>
          </a:prstGeom>
          <a:noFill/>
          <a:ln>
            <a:noFill/>
          </a:ln>
        </p:spPr>
      </p:pic>
      <p:sp>
        <p:nvSpPr>
          <p:cNvPr id="329" name="Google Shape;329;p28"/>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solidFill>
                  <a:srgbClr val="FFFFFF"/>
                </a:solidFill>
                <a:latin typeface="Open Sans SemiBold"/>
                <a:ea typeface="Open Sans SemiBold"/>
                <a:cs typeface="Open Sans SemiBold"/>
                <a:sym typeface="Open Sans SemiBold"/>
              </a:defRPr>
            </a:lvl1pPr>
            <a:lvl2pPr lvl="1" rtl="0">
              <a:lnSpc>
                <a:spcPct val="100000"/>
              </a:lnSpc>
              <a:buNone/>
              <a:defRPr sz="800">
                <a:solidFill>
                  <a:srgbClr val="FFFFFF"/>
                </a:solidFill>
                <a:latin typeface="Open Sans SemiBold"/>
                <a:ea typeface="Open Sans SemiBold"/>
                <a:cs typeface="Open Sans SemiBold"/>
                <a:sym typeface="Open Sans SemiBold"/>
              </a:defRPr>
            </a:lvl2pPr>
            <a:lvl3pPr lvl="2" rtl="0">
              <a:lnSpc>
                <a:spcPct val="100000"/>
              </a:lnSpc>
              <a:buNone/>
              <a:defRPr sz="800">
                <a:solidFill>
                  <a:srgbClr val="FFFFFF"/>
                </a:solidFill>
                <a:latin typeface="Open Sans SemiBold"/>
                <a:ea typeface="Open Sans SemiBold"/>
                <a:cs typeface="Open Sans SemiBold"/>
                <a:sym typeface="Open Sans SemiBold"/>
              </a:defRPr>
            </a:lvl3pPr>
            <a:lvl4pPr lvl="3" rtl="0">
              <a:lnSpc>
                <a:spcPct val="100000"/>
              </a:lnSpc>
              <a:buNone/>
              <a:defRPr sz="800">
                <a:solidFill>
                  <a:srgbClr val="FFFFFF"/>
                </a:solidFill>
                <a:latin typeface="Open Sans SemiBold"/>
                <a:ea typeface="Open Sans SemiBold"/>
                <a:cs typeface="Open Sans SemiBold"/>
                <a:sym typeface="Open Sans SemiBold"/>
              </a:defRPr>
            </a:lvl4pPr>
            <a:lvl5pPr lvl="4" rtl="0">
              <a:lnSpc>
                <a:spcPct val="100000"/>
              </a:lnSpc>
              <a:buNone/>
              <a:defRPr sz="800">
                <a:solidFill>
                  <a:srgbClr val="FFFFFF"/>
                </a:solidFill>
                <a:latin typeface="Open Sans SemiBold"/>
                <a:ea typeface="Open Sans SemiBold"/>
                <a:cs typeface="Open Sans SemiBold"/>
                <a:sym typeface="Open Sans SemiBold"/>
              </a:defRPr>
            </a:lvl5pPr>
            <a:lvl6pPr lvl="5" rtl="0">
              <a:lnSpc>
                <a:spcPct val="100000"/>
              </a:lnSpc>
              <a:buNone/>
              <a:defRPr sz="800">
                <a:solidFill>
                  <a:srgbClr val="FFFFFF"/>
                </a:solidFill>
                <a:latin typeface="Open Sans SemiBold"/>
                <a:ea typeface="Open Sans SemiBold"/>
                <a:cs typeface="Open Sans SemiBold"/>
                <a:sym typeface="Open Sans SemiBold"/>
              </a:defRPr>
            </a:lvl6pPr>
            <a:lvl7pPr lvl="6" rtl="0">
              <a:lnSpc>
                <a:spcPct val="100000"/>
              </a:lnSpc>
              <a:buNone/>
              <a:defRPr sz="800">
                <a:solidFill>
                  <a:srgbClr val="FFFFFF"/>
                </a:solidFill>
                <a:latin typeface="Open Sans SemiBold"/>
                <a:ea typeface="Open Sans SemiBold"/>
                <a:cs typeface="Open Sans SemiBold"/>
                <a:sym typeface="Open Sans SemiBold"/>
              </a:defRPr>
            </a:lvl7pPr>
            <a:lvl8pPr lvl="7" rtl="0">
              <a:lnSpc>
                <a:spcPct val="100000"/>
              </a:lnSpc>
              <a:buNone/>
              <a:defRPr sz="800">
                <a:solidFill>
                  <a:srgbClr val="FFFFFF"/>
                </a:solidFill>
                <a:latin typeface="Open Sans SemiBold"/>
                <a:ea typeface="Open Sans SemiBold"/>
                <a:cs typeface="Open Sans SemiBold"/>
                <a:sym typeface="Open Sans SemiBold"/>
              </a:defRPr>
            </a:lvl8pPr>
            <a:lvl9pPr lvl="8" rtl="0">
              <a:lnSpc>
                <a:spcPct val="100000"/>
              </a:lnSpc>
              <a:buNone/>
              <a:defRPr sz="800">
                <a:solidFill>
                  <a:srgbClr val="FFFFFF"/>
                </a:solidFill>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30" name="Google Shape;330;p28"/>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3" name="Google Shape;333;p28"/>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White)">
  <p:cSld name="TITLE_AND_BODY_1_1_1">
    <p:bg>
      <p:bgPr>
        <a:solidFill>
          <a:schemeClr val="dk2"/>
        </a:solidFill>
        <a:effectLst/>
      </p:bgPr>
    </p:bg>
    <p:spTree>
      <p:nvGrpSpPr>
        <p:cNvPr id="1" name="Shape 334"/>
        <p:cNvGrpSpPr/>
        <p:nvPr/>
      </p:nvGrpSpPr>
      <p:grpSpPr>
        <a:xfrm>
          <a:off x="0" y="0"/>
          <a:ext cx="0" cy="0"/>
          <a:chOff x="0" y="0"/>
          <a:chExt cx="0" cy="0"/>
        </a:xfrm>
      </p:grpSpPr>
      <p:sp>
        <p:nvSpPr>
          <p:cNvPr id="335" name="Google Shape;335;p29"/>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336" name="Google Shape;336;p29"/>
          <p:cNvPicPr preferRelativeResize="0"/>
          <p:nvPr/>
        </p:nvPicPr>
        <p:blipFill>
          <a:blip r:embed="rId2">
            <a:alphaModFix/>
          </a:blip>
          <a:stretch>
            <a:fillRect/>
          </a:stretch>
        </p:blipFill>
        <p:spPr>
          <a:xfrm>
            <a:off x="311700" y="1017725"/>
            <a:ext cx="8522208" cy="7680"/>
          </a:xfrm>
          <a:prstGeom prst="rect">
            <a:avLst/>
          </a:prstGeom>
          <a:noFill/>
          <a:ln>
            <a:noFill/>
          </a:ln>
        </p:spPr>
      </p:pic>
      <p:sp>
        <p:nvSpPr>
          <p:cNvPr id="337" name="Google Shape;337;p29"/>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38" name="Google Shape;338;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lt1"/>
              </a:buClr>
              <a:buSzPts val="1800"/>
              <a:buFont typeface="Open Sans"/>
              <a:buChar char="●"/>
              <a:defRPr sz="1800" b="1">
                <a:solidFill>
                  <a:schemeClr val="lt1"/>
                </a:solidFill>
                <a:latin typeface="Open Sans"/>
                <a:ea typeface="Open Sans"/>
                <a:cs typeface="Open Sans"/>
                <a:sym typeface="Open Sans"/>
              </a:defRPr>
            </a:lvl1pPr>
            <a:lvl2pPr marL="914400" lvl="1" indent="-317500" rtl="0">
              <a:lnSpc>
                <a:spcPct val="115000"/>
              </a:lnSpc>
              <a:spcBef>
                <a:spcPts val="1600"/>
              </a:spcBef>
              <a:spcAft>
                <a:spcPts val="0"/>
              </a:spcAft>
              <a:buClr>
                <a:schemeClr val="accent2"/>
              </a:buClr>
              <a:buSzPts val="1400"/>
              <a:buFont typeface="Open Sans SemiBold"/>
              <a:buChar char="○"/>
              <a:defRPr>
                <a:solidFill>
                  <a:schemeClr val="accent2"/>
                </a:solidFill>
                <a:latin typeface="Open Sans SemiBold"/>
                <a:ea typeface="Open Sans SemiBold"/>
                <a:cs typeface="Open Sans SemiBold"/>
                <a:sym typeface="Open Sans SemiBold"/>
              </a:defRPr>
            </a:lvl2pPr>
            <a:lvl3pPr marL="1371600" lvl="2" indent="-317500" rtl="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9pPr>
          </a:lstStyle>
          <a:p>
            <a:endParaRPr/>
          </a:p>
        </p:txBody>
      </p:sp>
      <p:sp>
        <p:nvSpPr>
          <p:cNvPr id="339" name="Google Shape;339;p29"/>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9"/>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9"/>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2" name="Google Shape;342;p29"/>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3"/>
        <p:cNvGrpSpPr/>
        <p:nvPr/>
      </p:nvGrpSpPr>
      <p:grpSpPr>
        <a:xfrm>
          <a:off x="0" y="0"/>
          <a:ext cx="0" cy="0"/>
          <a:chOff x="0" y="0"/>
          <a:chExt cx="0" cy="0"/>
        </a:xfrm>
      </p:grpSpPr>
      <p:sp>
        <p:nvSpPr>
          <p:cNvPr id="344" name="Google Shape;344;p30"/>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45" name="Google Shape;345;p30"/>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6" name="Google Shape;346;p30"/>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47" name="Google Shape;347;p30"/>
          <p:cNvSpPr txBox="1">
            <a:spLocks noGrp="1"/>
          </p:cNvSpPr>
          <p:nvPr>
            <p:ph type="sldNum" idx="12"/>
          </p:nvPr>
        </p:nvSpPr>
        <p:spPr>
          <a:xfrm>
            <a:off x="7000875" y="480060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pic>
        <p:nvPicPr>
          <p:cNvPr id="348" name="Google Shape;348;p30"/>
          <p:cNvPicPr preferRelativeResize="0"/>
          <p:nvPr/>
        </p:nvPicPr>
        <p:blipFill>
          <a:blip r:embed="rId2">
            <a:alphaModFix/>
          </a:blip>
          <a:stretch>
            <a:fillRect/>
          </a:stretch>
        </p:blipFill>
        <p:spPr>
          <a:xfrm>
            <a:off x="311700" y="1017725"/>
            <a:ext cx="8522208" cy="7680"/>
          </a:xfrm>
          <a:prstGeom prst="rect">
            <a:avLst/>
          </a:prstGeom>
          <a:noFill/>
          <a:ln>
            <a:noFill/>
          </a:ln>
        </p:spPr>
      </p:pic>
      <p:sp>
        <p:nvSpPr>
          <p:cNvPr id="349" name="Google Shape;349;p30"/>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0"/>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0"/>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2" name="Google Shape;352;p30"/>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3"/>
        <p:cNvGrpSpPr/>
        <p:nvPr/>
      </p:nvGrpSpPr>
      <p:grpSpPr>
        <a:xfrm>
          <a:off x="0" y="0"/>
          <a:ext cx="0" cy="0"/>
          <a:chOff x="0" y="0"/>
          <a:chExt cx="0" cy="0"/>
        </a:xfrm>
      </p:grpSpPr>
      <p:sp>
        <p:nvSpPr>
          <p:cNvPr id="354" name="Google Shape;354;p31"/>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5" name="Google Shape;355;p31"/>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pic>
        <p:nvPicPr>
          <p:cNvPr id="356" name="Google Shape;356;p31"/>
          <p:cNvPicPr preferRelativeResize="0"/>
          <p:nvPr/>
        </p:nvPicPr>
        <p:blipFill>
          <a:blip r:embed="rId2">
            <a:alphaModFix/>
          </a:blip>
          <a:stretch>
            <a:fillRect/>
          </a:stretch>
        </p:blipFill>
        <p:spPr>
          <a:xfrm>
            <a:off x="311700" y="1017725"/>
            <a:ext cx="8522208" cy="7680"/>
          </a:xfrm>
          <a:prstGeom prst="rect">
            <a:avLst/>
          </a:prstGeom>
          <a:noFill/>
          <a:ln>
            <a:noFill/>
          </a:ln>
        </p:spPr>
      </p:pic>
      <p:sp>
        <p:nvSpPr>
          <p:cNvPr id="357" name="Google Shape;357;p31"/>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1"/>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1"/>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0" name="Google Shape;360;p31"/>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1"/>
        <p:cNvGrpSpPr/>
        <p:nvPr/>
      </p:nvGrpSpPr>
      <p:grpSpPr>
        <a:xfrm>
          <a:off x="0" y="0"/>
          <a:ext cx="0" cy="0"/>
          <a:chOff x="0" y="0"/>
          <a:chExt cx="0" cy="0"/>
        </a:xfrm>
      </p:grpSpPr>
      <p:sp>
        <p:nvSpPr>
          <p:cNvPr id="362" name="Google Shape;362;p32"/>
          <p:cNvSpPr txBox="1">
            <a:spLocks noGrp="1"/>
          </p:cNvSpPr>
          <p:nvPr>
            <p:ph type="title"/>
          </p:nvPr>
        </p:nvSpPr>
        <p:spPr>
          <a:xfrm>
            <a:off x="310500" y="317475"/>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63" name="Google Shape;363;p32"/>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4" name="Google Shape;364;p32"/>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pic>
        <p:nvPicPr>
          <p:cNvPr id="365" name="Google Shape;365;p32"/>
          <p:cNvPicPr preferRelativeResize="0"/>
          <p:nvPr/>
        </p:nvPicPr>
        <p:blipFill>
          <a:blip r:embed="rId2">
            <a:alphaModFix/>
          </a:blip>
          <a:stretch>
            <a:fillRect/>
          </a:stretch>
        </p:blipFill>
        <p:spPr>
          <a:xfrm>
            <a:off x="310900" y="1311300"/>
            <a:ext cx="2807208" cy="7680"/>
          </a:xfrm>
          <a:prstGeom prst="rect">
            <a:avLst/>
          </a:prstGeom>
          <a:noFill/>
          <a:ln>
            <a:noFill/>
          </a:ln>
        </p:spPr>
      </p:pic>
      <p:sp>
        <p:nvSpPr>
          <p:cNvPr id="366" name="Google Shape;366;p32"/>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2"/>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2"/>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9" name="Google Shape;369;p32"/>
          <p:cNvPicPr preferRelativeResize="0"/>
          <p:nvPr/>
        </p:nvPicPr>
        <p:blipFill>
          <a:blip r:embed="rId3">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0"/>
        <p:cNvGrpSpPr/>
        <p:nvPr/>
      </p:nvGrpSpPr>
      <p:grpSpPr>
        <a:xfrm>
          <a:off x="0" y="0"/>
          <a:ext cx="0" cy="0"/>
          <a:chOff x="0" y="0"/>
          <a:chExt cx="0" cy="0"/>
        </a:xfrm>
      </p:grpSpPr>
      <p:sp>
        <p:nvSpPr>
          <p:cNvPr id="371" name="Google Shape;371;p3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2" name="Google Shape;372;p33"/>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73" name="Google Shape;373;p33"/>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6" name="Google Shape;376;p33"/>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7"/>
        <p:cNvGrpSpPr/>
        <p:nvPr/>
      </p:nvGrpSpPr>
      <p:grpSpPr>
        <a:xfrm>
          <a:off x="0" y="0"/>
          <a:ext cx="0" cy="0"/>
          <a:chOff x="0" y="0"/>
          <a:chExt cx="0" cy="0"/>
        </a:xfrm>
      </p:grpSpPr>
      <p:sp>
        <p:nvSpPr>
          <p:cNvPr id="378" name="Google Shape;378;p34"/>
          <p:cNvSpPr/>
          <p:nvPr/>
        </p:nvSpPr>
        <p:spPr>
          <a:xfrm>
            <a:off x="4572000" y="-125"/>
            <a:ext cx="4572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4"/>
          <p:cNvSpPr txBox="1">
            <a:spLocks noGrp="1"/>
          </p:cNvSpPr>
          <p:nvPr>
            <p:ph type="title"/>
          </p:nvPr>
        </p:nvSpPr>
        <p:spPr>
          <a:xfrm>
            <a:off x="275025" y="1169125"/>
            <a:ext cx="4045200" cy="14823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0" name="Google Shape;380;p34"/>
          <p:cNvSpPr txBox="1">
            <a:spLocks noGrp="1"/>
          </p:cNvSpPr>
          <p:nvPr>
            <p:ph type="subTitle" idx="1"/>
          </p:nvPr>
        </p:nvSpPr>
        <p:spPr>
          <a:xfrm>
            <a:off x="275025" y="2739025"/>
            <a:ext cx="4045200" cy="12351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000"/>
              <a:buFont typeface="Open Sans SemiBold"/>
              <a:buNone/>
              <a:defRPr sz="2000" b="0">
                <a:latin typeface="Open Sans SemiBold"/>
                <a:ea typeface="Open Sans SemiBold"/>
                <a:cs typeface="Open Sans SemiBold"/>
                <a:sym typeface="Open Sans SemiBold"/>
              </a:defRPr>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3pPr>
            <a:lvl4pPr lvl="3"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4pPr>
            <a:lvl5pPr lvl="4"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5pPr>
            <a:lvl6pPr lvl="5"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6pPr>
            <a:lvl7pPr lvl="6"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7pPr>
            <a:lvl8pPr lvl="7"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8pPr>
            <a:lvl9pPr lvl="8" algn="ctr">
              <a:lnSpc>
                <a:spcPct val="100000"/>
              </a:lnSpc>
              <a:spcBef>
                <a:spcPts val="0"/>
              </a:spcBef>
              <a:spcAft>
                <a:spcPts val="0"/>
              </a:spcAft>
              <a:buSzPts val="2000"/>
              <a:buFont typeface="Open Sans SemiBold"/>
              <a:buNone/>
              <a:defRPr sz="2000">
                <a:latin typeface="Open Sans SemiBold"/>
                <a:ea typeface="Open Sans SemiBold"/>
                <a:cs typeface="Open Sans SemiBold"/>
                <a:sym typeface="Open Sans SemiBold"/>
              </a:defRPr>
            </a:lvl9pPr>
          </a:lstStyle>
          <a:p>
            <a:endParaRPr/>
          </a:p>
        </p:txBody>
      </p:sp>
      <p:sp>
        <p:nvSpPr>
          <p:cNvPr id="381" name="Google Shape;381;p34"/>
          <p:cNvSpPr txBox="1">
            <a:spLocks noGrp="1"/>
          </p:cNvSpPr>
          <p:nvPr>
            <p:ph type="body" idx="2"/>
          </p:nvPr>
        </p:nvSpPr>
        <p:spPr>
          <a:xfrm>
            <a:off x="4939500" y="561775"/>
            <a:ext cx="3837000" cy="40197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rgbClr val="FFFFFF"/>
              </a:buClr>
              <a:buSzPts val="1800"/>
              <a:buChar char="●"/>
              <a:defRPr>
                <a:solidFill>
                  <a:srgbClr val="FFFFFF"/>
                </a:solidFill>
              </a:defRPr>
            </a:lvl1pPr>
            <a:lvl2pPr marL="914400" lvl="1" indent="-317500">
              <a:spcBef>
                <a:spcPts val="1600"/>
              </a:spcBef>
              <a:spcAft>
                <a:spcPts val="0"/>
              </a:spcAft>
              <a:buClr>
                <a:srgbClr val="FFFFFF"/>
              </a:buClr>
              <a:buSzPts val="1400"/>
              <a:buChar char="○"/>
              <a:defRPr>
                <a:solidFill>
                  <a:srgbClr val="FFFFFF"/>
                </a:solidFill>
              </a:defRPr>
            </a:lvl2pPr>
            <a:lvl3pPr marL="1371600" lvl="2" indent="-317500">
              <a:spcBef>
                <a:spcPts val="1600"/>
              </a:spcBef>
              <a:spcAft>
                <a:spcPts val="0"/>
              </a:spcAft>
              <a:buClr>
                <a:srgbClr val="FFFFFF"/>
              </a:buClr>
              <a:buSzPts val="1400"/>
              <a:buChar char="■"/>
              <a:defRPr>
                <a:solidFill>
                  <a:srgbClr val="FFFFFF"/>
                </a:solidFill>
              </a:defRPr>
            </a:lvl3pPr>
            <a:lvl4pPr marL="1828800" lvl="3" indent="-317500">
              <a:spcBef>
                <a:spcPts val="1600"/>
              </a:spcBef>
              <a:spcAft>
                <a:spcPts val="0"/>
              </a:spcAft>
              <a:buClr>
                <a:srgbClr val="FFFFFF"/>
              </a:buClr>
              <a:buSzPts val="1400"/>
              <a:buChar char="●"/>
              <a:defRPr>
                <a:solidFill>
                  <a:srgbClr val="FFFFFF"/>
                </a:solidFill>
              </a:defRPr>
            </a:lvl4pPr>
            <a:lvl5pPr marL="2286000" lvl="4" indent="-317500">
              <a:spcBef>
                <a:spcPts val="1600"/>
              </a:spcBef>
              <a:spcAft>
                <a:spcPts val="0"/>
              </a:spcAft>
              <a:buClr>
                <a:srgbClr val="FFFFFF"/>
              </a:buClr>
              <a:buSzPts val="1400"/>
              <a:buChar char="○"/>
              <a:defRPr>
                <a:solidFill>
                  <a:srgbClr val="FFFFFF"/>
                </a:solidFill>
              </a:defRPr>
            </a:lvl5pPr>
            <a:lvl6pPr marL="2743200" lvl="5" indent="-317500">
              <a:spcBef>
                <a:spcPts val="1600"/>
              </a:spcBef>
              <a:spcAft>
                <a:spcPts val="0"/>
              </a:spcAft>
              <a:buClr>
                <a:srgbClr val="FFFFFF"/>
              </a:buClr>
              <a:buSzPts val="1400"/>
              <a:buChar char="■"/>
              <a:defRPr>
                <a:solidFill>
                  <a:srgbClr val="FFFFFF"/>
                </a:solidFill>
              </a:defRPr>
            </a:lvl6pPr>
            <a:lvl7pPr marL="3200400" lvl="6" indent="-317500">
              <a:spcBef>
                <a:spcPts val="1600"/>
              </a:spcBef>
              <a:spcAft>
                <a:spcPts val="0"/>
              </a:spcAft>
              <a:buClr>
                <a:srgbClr val="FFFFFF"/>
              </a:buClr>
              <a:buSzPts val="1400"/>
              <a:buChar char="●"/>
              <a:defRPr>
                <a:solidFill>
                  <a:srgbClr val="FFFFFF"/>
                </a:solidFill>
              </a:defRPr>
            </a:lvl7pPr>
            <a:lvl8pPr marL="3657600" lvl="7" indent="-317500">
              <a:spcBef>
                <a:spcPts val="1600"/>
              </a:spcBef>
              <a:spcAft>
                <a:spcPts val="0"/>
              </a:spcAft>
              <a:buClr>
                <a:srgbClr val="FFFFFF"/>
              </a:buClr>
              <a:buSzPts val="1400"/>
              <a:buChar char="○"/>
              <a:defRPr>
                <a:solidFill>
                  <a:srgbClr val="FFFFFF"/>
                </a:solidFill>
              </a:defRPr>
            </a:lvl8pPr>
            <a:lvl9pPr marL="4114800" lvl="8" indent="-317500">
              <a:spcBef>
                <a:spcPts val="1600"/>
              </a:spcBef>
              <a:spcAft>
                <a:spcPts val="1600"/>
              </a:spcAft>
              <a:buClr>
                <a:srgbClr val="FFFFFF"/>
              </a:buClr>
              <a:buSzPts val="1400"/>
              <a:buChar char="■"/>
              <a:defRPr>
                <a:solidFill>
                  <a:srgbClr val="FFFFFF"/>
                </a:solidFill>
              </a:defRPr>
            </a:lvl9pPr>
          </a:lstStyle>
          <a:p>
            <a:endParaRPr/>
          </a:p>
        </p:txBody>
      </p:sp>
      <p:sp>
        <p:nvSpPr>
          <p:cNvPr id="382" name="Google Shape;382;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83" name="Google Shape;383;p34"/>
          <p:cNvSpPr txBox="1">
            <a:spLocks noGrp="1"/>
          </p:cNvSpPr>
          <p:nvPr>
            <p:ph type="sldNum" idx="3"/>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solidFill>
                  <a:srgbClr val="FFFFFF"/>
                </a:solidFill>
                <a:latin typeface="Open Sans SemiBold"/>
                <a:ea typeface="Open Sans SemiBold"/>
                <a:cs typeface="Open Sans SemiBold"/>
                <a:sym typeface="Open Sans SemiBold"/>
              </a:defRPr>
            </a:lvl1pPr>
            <a:lvl2pPr lvl="1" rtl="0">
              <a:lnSpc>
                <a:spcPct val="100000"/>
              </a:lnSpc>
              <a:buNone/>
              <a:defRPr sz="800">
                <a:solidFill>
                  <a:srgbClr val="FFFFFF"/>
                </a:solidFill>
                <a:latin typeface="Open Sans SemiBold"/>
                <a:ea typeface="Open Sans SemiBold"/>
                <a:cs typeface="Open Sans SemiBold"/>
                <a:sym typeface="Open Sans SemiBold"/>
              </a:defRPr>
            </a:lvl2pPr>
            <a:lvl3pPr lvl="2" rtl="0">
              <a:lnSpc>
                <a:spcPct val="100000"/>
              </a:lnSpc>
              <a:buNone/>
              <a:defRPr sz="800">
                <a:solidFill>
                  <a:srgbClr val="FFFFFF"/>
                </a:solidFill>
                <a:latin typeface="Open Sans SemiBold"/>
                <a:ea typeface="Open Sans SemiBold"/>
                <a:cs typeface="Open Sans SemiBold"/>
                <a:sym typeface="Open Sans SemiBold"/>
              </a:defRPr>
            </a:lvl3pPr>
            <a:lvl4pPr lvl="3" rtl="0">
              <a:lnSpc>
                <a:spcPct val="100000"/>
              </a:lnSpc>
              <a:buNone/>
              <a:defRPr sz="800">
                <a:solidFill>
                  <a:srgbClr val="FFFFFF"/>
                </a:solidFill>
                <a:latin typeface="Open Sans SemiBold"/>
                <a:ea typeface="Open Sans SemiBold"/>
                <a:cs typeface="Open Sans SemiBold"/>
                <a:sym typeface="Open Sans SemiBold"/>
              </a:defRPr>
            </a:lvl4pPr>
            <a:lvl5pPr lvl="4" rtl="0">
              <a:lnSpc>
                <a:spcPct val="100000"/>
              </a:lnSpc>
              <a:buNone/>
              <a:defRPr sz="800">
                <a:solidFill>
                  <a:srgbClr val="FFFFFF"/>
                </a:solidFill>
                <a:latin typeface="Open Sans SemiBold"/>
                <a:ea typeface="Open Sans SemiBold"/>
                <a:cs typeface="Open Sans SemiBold"/>
                <a:sym typeface="Open Sans SemiBold"/>
              </a:defRPr>
            </a:lvl5pPr>
            <a:lvl6pPr lvl="5" rtl="0">
              <a:lnSpc>
                <a:spcPct val="100000"/>
              </a:lnSpc>
              <a:buNone/>
              <a:defRPr sz="800">
                <a:solidFill>
                  <a:srgbClr val="FFFFFF"/>
                </a:solidFill>
                <a:latin typeface="Open Sans SemiBold"/>
                <a:ea typeface="Open Sans SemiBold"/>
                <a:cs typeface="Open Sans SemiBold"/>
                <a:sym typeface="Open Sans SemiBold"/>
              </a:defRPr>
            </a:lvl6pPr>
            <a:lvl7pPr lvl="6" rtl="0">
              <a:lnSpc>
                <a:spcPct val="100000"/>
              </a:lnSpc>
              <a:buNone/>
              <a:defRPr sz="800">
                <a:solidFill>
                  <a:srgbClr val="FFFFFF"/>
                </a:solidFill>
                <a:latin typeface="Open Sans SemiBold"/>
                <a:ea typeface="Open Sans SemiBold"/>
                <a:cs typeface="Open Sans SemiBold"/>
                <a:sym typeface="Open Sans SemiBold"/>
              </a:defRPr>
            </a:lvl7pPr>
            <a:lvl8pPr lvl="7" rtl="0">
              <a:lnSpc>
                <a:spcPct val="100000"/>
              </a:lnSpc>
              <a:buNone/>
              <a:defRPr sz="800">
                <a:solidFill>
                  <a:srgbClr val="FFFFFF"/>
                </a:solidFill>
                <a:latin typeface="Open Sans SemiBold"/>
                <a:ea typeface="Open Sans SemiBold"/>
                <a:cs typeface="Open Sans SemiBold"/>
                <a:sym typeface="Open Sans SemiBold"/>
              </a:defRPr>
            </a:lvl8pPr>
            <a:lvl9pPr lvl="8" rtl="0">
              <a:lnSpc>
                <a:spcPct val="100000"/>
              </a:lnSpc>
              <a:buNone/>
              <a:defRPr sz="800">
                <a:solidFill>
                  <a:srgbClr val="FFFFFF"/>
                </a:solidFill>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84" name="Google Shape;384;p34"/>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4"/>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4"/>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7" name="Google Shape;387;p34"/>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8"/>
        <p:cNvGrpSpPr/>
        <p:nvPr/>
      </p:nvGrpSpPr>
      <p:grpSpPr>
        <a:xfrm>
          <a:off x="0" y="0"/>
          <a:ext cx="0" cy="0"/>
          <a:chOff x="0" y="0"/>
          <a:chExt cx="0" cy="0"/>
        </a:xfrm>
      </p:grpSpPr>
      <p:sp>
        <p:nvSpPr>
          <p:cNvPr id="389" name="Google Shape;389;p35"/>
          <p:cNvSpPr txBox="1">
            <a:spLocks noGrp="1"/>
          </p:cNvSpPr>
          <p:nvPr>
            <p:ph type="body" idx="1"/>
          </p:nvPr>
        </p:nvSpPr>
        <p:spPr>
          <a:xfrm>
            <a:off x="1511850" y="4323950"/>
            <a:ext cx="5998800" cy="365700"/>
          </a:xfrm>
          <a:prstGeom prst="rect">
            <a:avLst/>
          </a:prstGeom>
        </p:spPr>
        <p:txBody>
          <a:bodyPr spcFirstLastPara="1" wrap="square" lIns="91425" tIns="91425" rIns="91425" bIns="91425" anchor="ctr" anchorCtr="0">
            <a:noAutofit/>
          </a:bodyPr>
          <a:lstStyle>
            <a:lvl1pPr marL="457200" lvl="0" indent="-228600" algn="ctr">
              <a:lnSpc>
                <a:spcPct val="100000"/>
              </a:lnSpc>
              <a:spcBef>
                <a:spcPts val="0"/>
              </a:spcBef>
              <a:spcAft>
                <a:spcPts val="0"/>
              </a:spcAft>
              <a:buClr>
                <a:schemeClr val="dk1"/>
              </a:buClr>
              <a:buSzPts val="2000"/>
              <a:buFont typeface="Merriweather"/>
              <a:buNone/>
              <a:defRPr sz="2000">
                <a:solidFill>
                  <a:schemeClr val="dk1"/>
                </a:solidFill>
                <a:latin typeface="Merriweather"/>
                <a:ea typeface="Merriweather"/>
                <a:cs typeface="Merriweather"/>
                <a:sym typeface="Merriweather"/>
              </a:defRPr>
            </a:lvl1pPr>
          </a:lstStyle>
          <a:p>
            <a:endParaRPr/>
          </a:p>
        </p:txBody>
      </p:sp>
      <p:sp>
        <p:nvSpPr>
          <p:cNvPr id="390" name="Google Shape;390;p35"/>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solidFill>
                  <a:srgbClr val="000000"/>
                </a:solidFill>
                <a:latin typeface="Open Sans SemiBold"/>
                <a:ea typeface="Open Sans SemiBold"/>
                <a:cs typeface="Open Sans SemiBold"/>
                <a:sym typeface="Open Sans SemiBold"/>
              </a:defRPr>
            </a:lvl1pPr>
            <a:lvl2pPr lvl="1" rtl="0">
              <a:lnSpc>
                <a:spcPct val="100000"/>
              </a:lnSpc>
              <a:buNone/>
              <a:defRPr sz="800">
                <a:solidFill>
                  <a:srgbClr val="000000"/>
                </a:solidFill>
                <a:latin typeface="Open Sans SemiBold"/>
                <a:ea typeface="Open Sans SemiBold"/>
                <a:cs typeface="Open Sans SemiBold"/>
                <a:sym typeface="Open Sans SemiBold"/>
              </a:defRPr>
            </a:lvl2pPr>
            <a:lvl3pPr lvl="2" rtl="0">
              <a:lnSpc>
                <a:spcPct val="100000"/>
              </a:lnSpc>
              <a:buNone/>
              <a:defRPr sz="800">
                <a:solidFill>
                  <a:srgbClr val="000000"/>
                </a:solidFill>
                <a:latin typeface="Open Sans SemiBold"/>
                <a:ea typeface="Open Sans SemiBold"/>
                <a:cs typeface="Open Sans SemiBold"/>
                <a:sym typeface="Open Sans SemiBold"/>
              </a:defRPr>
            </a:lvl3pPr>
            <a:lvl4pPr lvl="3" rtl="0">
              <a:lnSpc>
                <a:spcPct val="100000"/>
              </a:lnSpc>
              <a:buNone/>
              <a:defRPr sz="800">
                <a:solidFill>
                  <a:srgbClr val="000000"/>
                </a:solidFill>
                <a:latin typeface="Open Sans SemiBold"/>
                <a:ea typeface="Open Sans SemiBold"/>
                <a:cs typeface="Open Sans SemiBold"/>
                <a:sym typeface="Open Sans SemiBold"/>
              </a:defRPr>
            </a:lvl4pPr>
            <a:lvl5pPr lvl="4" rtl="0">
              <a:lnSpc>
                <a:spcPct val="100000"/>
              </a:lnSpc>
              <a:buNone/>
              <a:defRPr sz="800">
                <a:solidFill>
                  <a:srgbClr val="000000"/>
                </a:solidFill>
                <a:latin typeface="Open Sans SemiBold"/>
                <a:ea typeface="Open Sans SemiBold"/>
                <a:cs typeface="Open Sans SemiBold"/>
                <a:sym typeface="Open Sans SemiBold"/>
              </a:defRPr>
            </a:lvl5pPr>
            <a:lvl6pPr lvl="5" rtl="0">
              <a:lnSpc>
                <a:spcPct val="100000"/>
              </a:lnSpc>
              <a:buNone/>
              <a:defRPr sz="800">
                <a:solidFill>
                  <a:srgbClr val="000000"/>
                </a:solidFill>
                <a:latin typeface="Open Sans SemiBold"/>
                <a:ea typeface="Open Sans SemiBold"/>
                <a:cs typeface="Open Sans SemiBold"/>
                <a:sym typeface="Open Sans SemiBold"/>
              </a:defRPr>
            </a:lvl6pPr>
            <a:lvl7pPr lvl="6" rtl="0">
              <a:lnSpc>
                <a:spcPct val="100000"/>
              </a:lnSpc>
              <a:buNone/>
              <a:defRPr sz="800">
                <a:solidFill>
                  <a:srgbClr val="000000"/>
                </a:solidFill>
                <a:latin typeface="Open Sans SemiBold"/>
                <a:ea typeface="Open Sans SemiBold"/>
                <a:cs typeface="Open Sans SemiBold"/>
                <a:sym typeface="Open Sans SemiBold"/>
              </a:defRPr>
            </a:lvl7pPr>
            <a:lvl8pPr lvl="7" rtl="0">
              <a:lnSpc>
                <a:spcPct val="100000"/>
              </a:lnSpc>
              <a:buNone/>
              <a:defRPr sz="800">
                <a:solidFill>
                  <a:srgbClr val="000000"/>
                </a:solidFill>
                <a:latin typeface="Open Sans SemiBold"/>
                <a:ea typeface="Open Sans SemiBold"/>
                <a:cs typeface="Open Sans SemiBold"/>
                <a:sym typeface="Open Sans SemiBold"/>
              </a:defRPr>
            </a:lvl8pPr>
            <a:lvl9pPr lvl="8" rtl="0">
              <a:lnSpc>
                <a:spcPct val="100000"/>
              </a:lnSpc>
              <a:buNone/>
              <a:defRPr sz="800">
                <a:solidFill>
                  <a:srgbClr val="000000"/>
                </a:solidFill>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91" name="Google Shape;391;p35"/>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4" name="Google Shape;394;p35"/>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95"/>
        <p:cNvGrpSpPr/>
        <p:nvPr/>
      </p:nvGrpSpPr>
      <p:grpSpPr>
        <a:xfrm>
          <a:off x="0" y="0"/>
          <a:ext cx="0" cy="0"/>
          <a:chOff x="0" y="0"/>
          <a:chExt cx="0" cy="0"/>
        </a:xfrm>
      </p:grpSpPr>
      <p:sp>
        <p:nvSpPr>
          <p:cNvPr id="396" name="Google Shape;396;p36"/>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7" name="Google Shape;397;p36"/>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398" name="Google Shape;398;p36"/>
          <p:cNvSpPr txBox="1">
            <a:spLocks noGrp="1"/>
          </p:cNvSpPr>
          <p:nvPr>
            <p:ph type="sldNum" idx="12"/>
          </p:nvPr>
        </p:nvSpPr>
        <p:spPr>
          <a:xfrm>
            <a:off x="7000875" y="4819650"/>
            <a:ext cx="2029800" cy="228600"/>
          </a:xfrm>
          <a:prstGeom prst="rect">
            <a:avLst/>
          </a:prstGeom>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
        <p:nvSpPr>
          <p:cNvPr id="399" name="Google Shape;399;p36"/>
          <p:cNvSpPr/>
          <p:nvPr/>
        </p:nvSpPr>
        <p:spPr>
          <a:xfrm>
            <a:off x="314671" y="499402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6"/>
          <p:cNvSpPr/>
          <p:nvPr/>
        </p:nvSpPr>
        <p:spPr>
          <a:xfrm>
            <a:off x="314671" y="4800175"/>
            <a:ext cx="289500" cy="42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6"/>
          <p:cNvSpPr/>
          <p:nvPr/>
        </p:nvSpPr>
        <p:spPr>
          <a:xfrm>
            <a:off x="281075" y="4874899"/>
            <a:ext cx="356700" cy="8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2" name="Google Shape;402;p36"/>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3"/>
        <p:cNvGrpSpPr/>
        <p:nvPr/>
      </p:nvGrpSpPr>
      <p:grpSpPr>
        <a:xfrm>
          <a:off x="0" y="0"/>
          <a:ext cx="0" cy="0"/>
          <a:chOff x="0" y="0"/>
          <a:chExt cx="0" cy="0"/>
        </a:xfrm>
      </p:grpSpPr>
      <p:sp>
        <p:nvSpPr>
          <p:cNvPr id="404" name="Google Shape;404;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05"/>
        <p:cNvGrpSpPr/>
        <p:nvPr/>
      </p:nvGrpSpPr>
      <p:grpSpPr>
        <a:xfrm>
          <a:off x="0" y="0"/>
          <a:ext cx="0" cy="0"/>
          <a:chOff x="0" y="0"/>
          <a:chExt cx="0" cy="0"/>
        </a:xfrm>
      </p:grpSpPr>
      <p:sp>
        <p:nvSpPr>
          <p:cNvPr id="406" name="Google Shape;406;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407" name="Google Shape;407;p38"/>
          <p:cNvSpPr/>
          <p:nvPr/>
        </p:nvSpPr>
        <p:spPr>
          <a:xfrm>
            <a:off x="-39875" y="-11975"/>
            <a:ext cx="4611900" cy="5193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8"/>
          <p:cNvSpPr/>
          <p:nvPr/>
        </p:nvSpPr>
        <p:spPr>
          <a:xfrm>
            <a:off x="314671" y="4994025"/>
            <a:ext cx="2895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8"/>
          <p:cNvSpPr/>
          <p:nvPr/>
        </p:nvSpPr>
        <p:spPr>
          <a:xfrm>
            <a:off x="314671" y="4800175"/>
            <a:ext cx="289500" cy="42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8"/>
          <p:cNvSpPr/>
          <p:nvPr/>
        </p:nvSpPr>
        <p:spPr>
          <a:xfrm>
            <a:off x="281075" y="4874899"/>
            <a:ext cx="356700" cy="867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1" name="Google Shape;411;p38"/>
          <p:cNvPicPr preferRelativeResize="0"/>
          <p:nvPr/>
        </p:nvPicPr>
        <p:blipFill>
          <a:blip r:embed="rId2">
            <a:alphaModFix/>
          </a:blip>
          <a:stretch>
            <a:fillRect/>
          </a:stretch>
        </p:blipFill>
        <p:spPr>
          <a:xfrm>
            <a:off x="0" y="4689650"/>
            <a:ext cx="457200" cy="4572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412"/>
        <p:cNvGrpSpPr/>
        <p:nvPr/>
      </p:nvGrpSpPr>
      <p:grpSpPr>
        <a:xfrm>
          <a:off x="0" y="0"/>
          <a:ext cx="0" cy="0"/>
          <a:chOff x="0" y="0"/>
          <a:chExt cx="0" cy="0"/>
        </a:xfrm>
      </p:grpSpPr>
      <p:sp>
        <p:nvSpPr>
          <p:cNvPr id="413" name="Google Shape;413;p39"/>
          <p:cNvSpPr/>
          <p:nvPr/>
        </p:nvSpPr>
        <p:spPr>
          <a:xfrm>
            <a:off x="286800" y="280450"/>
            <a:ext cx="8583000" cy="4589100"/>
          </a:xfrm>
          <a:prstGeom prst="rect">
            <a:avLst/>
          </a:pr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9"/>
          <p:cNvSpPr/>
          <p:nvPr/>
        </p:nvSpPr>
        <p:spPr>
          <a:xfrm>
            <a:off x="1613000" y="0"/>
            <a:ext cx="58101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9"/>
          <p:cNvSpPr txBox="1">
            <a:spLocks noGrp="1"/>
          </p:cNvSpPr>
          <p:nvPr>
            <p:ph type="title"/>
          </p:nvPr>
        </p:nvSpPr>
        <p:spPr>
          <a:xfrm>
            <a:off x="1613000" y="2303250"/>
            <a:ext cx="58101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a:solidFill>
                  <a:schemeClr val="dk2"/>
                </a:solidFill>
              </a:defRPr>
            </a:lvl1pPr>
            <a:lvl2pPr lvl="1"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2pPr>
            <a:lvl3pPr lvl="2"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3pPr>
            <a:lvl4pPr lvl="3"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4pPr>
            <a:lvl5pPr lvl="4"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5pPr>
            <a:lvl6pPr lvl="5"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6pPr>
            <a:lvl7pPr lvl="6"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7pPr>
            <a:lvl8pPr lvl="7"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8pPr>
            <a:lvl9pPr lvl="8" algn="ctr" rtl="0">
              <a:spcBef>
                <a:spcPts val="0"/>
              </a:spcBef>
              <a:spcAft>
                <a:spcPts val="0"/>
              </a:spcAft>
              <a:buClr>
                <a:schemeClr val="dk2"/>
              </a:buClr>
              <a:buSzPts val="3600"/>
              <a:buFont typeface="Merriweather"/>
              <a:buNone/>
              <a:defRPr sz="3600">
                <a:solidFill>
                  <a:schemeClr val="dk2"/>
                </a:solidFill>
                <a:latin typeface="Merriweather"/>
                <a:ea typeface="Merriweather"/>
                <a:cs typeface="Merriweather"/>
                <a:sym typeface="Merriweather"/>
              </a:defRPr>
            </a:lvl9pPr>
          </a:lstStyle>
          <a:p>
            <a:endParaRPr/>
          </a:p>
        </p:txBody>
      </p:sp>
      <p:sp>
        <p:nvSpPr>
          <p:cNvPr id="416" name="Google Shape;416;p39"/>
          <p:cNvSpPr txBox="1">
            <a:spLocks noGrp="1"/>
          </p:cNvSpPr>
          <p:nvPr>
            <p:ph type="title" idx="2" hasCustomPrompt="1"/>
          </p:nvPr>
        </p:nvSpPr>
        <p:spPr>
          <a:xfrm>
            <a:off x="2808750" y="1165625"/>
            <a:ext cx="3526500" cy="1043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6000"/>
              <a:buNone/>
              <a:defRPr sz="6000">
                <a:solidFill>
                  <a:schemeClr val="dk2"/>
                </a:solidFill>
              </a:defRPr>
            </a:lvl1pPr>
            <a:lvl2pPr lvl="1"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2pPr>
            <a:lvl3pPr lvl="2"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3pPr>
            <a:lvl4pPr lvl="3"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4pPr>
            <a:lvl5pPr lvl="4"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5pPr>
            <a:lvl6pPr lvl="5"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6pPr>
            <a:lvl7pPr lvl="6"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7pPr>
            <a:lvl8pPr lvl="7"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8pPr>
            <a:lvl9pPr lvl="8" algn="ctr" rtl="0">
              <a:spcBef>
                <a:spcPts val="0"/>
              </a:spcBef>
              <a:spcAft>
                <a:spcPts val="0"/>
              </a:spcAft>
              <a:buClr>
                <a:schemeClr val="dk2"/>
              </a:buClr>
              <a:buSzPts val="7200"/>
              <a:buFont typeface="Merriweather"/>
              <a:buNone/>
              <a:defRPr sz="7200">
                <a:solidFill>
                  <a:schemeClr val="dk2"/>
                </a:solidFill>
                <a:latin typeface="Merriweather"/>
                <a:ea typeface="Merriweather"/>
                <a:cs typeface="Merriweather"/>
                <a:sym typeface="Merriweather"/>
              </a:defRPr>
            </a:lvl9pPr>
          </a:lstStyle>
          <a:p>
            <a:r>
              <a:t>xx%</a:t>
            </a:r>
          </a:p>
        </p:txBody>
      </p:sp>
      <p:sp>
        <p:nvSpPr>
          <p:cNvPr id="417" name="Google Shape;417;p39"/>
          <p:cNvSpPr txBox="1">
            <a:spLocks noGrp="1"/>
          </p:cNvSpPr>
          <p:nvPr>
            <p:ph type="subTitle" idx="1"/>
          </p:nvPr>
        </p:nvSpPr>
        <p:spPr>
          <a:xfrm>
            <a:off x="2694450" y="3171625"/>
            <a:ext cx="3755100" cy="89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1800"/>
              <a:buFont typeface="Merriweather"/>
              <a:buNone/>
              <a:defRPr>
                <a:solidFill>
                  <a:schemeClr val="dk2"/>
                </a:solidFill>
                <a:latin typeface="Merriweather"/>
                <a:ea typeface="Merriweather"/>
                <a:cs typeface="Merriweather"/>
                <a:sym typeface="Merriweather"/>
              </a:defRPr>
            </a:lvl1pPr>
            <a:lvl2pPr lvl="1" algn="ctr" rtl="0">
              <a:lnSpc>
                <a:spcPct val="100000"/>
              </a:lnSpc>
              <a:spcBef>
                <a:spcPts val="0"/>
              </a:spcBef>
              <a:spcAft>
                <a:spcPts val="0"/>
              </a:spcAft>
              <a:buClr>
                <a:schemeClr val="dk2"/>
              </a:buClr>
              <a:buSzPts val="1800"/>
              <a:buFont typeface="Merriweather"/>
              <a:buNone/>
              <a:defRPr sz="1800">
                <a:solidFill>
                  <a:schemeClr val="dk2"/>
                </a:solidFill>
                <a:latin typeface="Merriweather"/>
                <a:ea typeface="Merriweather"/>
                <a:cs typeface="Merriweather"/>
                <a:sym typeface="Merriweather"/>
              </a:defRPr>
            </a:lvl2pPr>
            <a:lvl3pPr lvl="2" algn="ctr" rtl="0">
              <a:lnSpc>
                <a:spcPct val="100000"/>
              </a:lnSpc>
              <a:spcBef>
                <a:spcPts val="0"/>
              </a:spcBef>
              <a:spcAft>
                <a:spcPts val="0"/>
              </a:spcAft>
              <a:buClr>
                <a:schemeClr val="dk2"/>
              </a:buClr>
              <a:buSzPts val="1800"/>
              <a:buFont typeface="Merriweather"/>
              <a:buNone/>
              <a:defRPr sz="1800">
                <a:solidFill>
                  <a:schemeClr val="dk2"/>
                </a:solidFill>
                <a:latin typeface="Merriweather"/>
                <a:ea typeface="Merriweather"/>
                <a:cs typeface="Merriweather"/>
                <a:sym typeface="Merriweather"/>
              </a:defRPr>
            </a:lvl3pPr>
            <a:lvl4pPr lvl="3" algn="ctr" rtl="0">
              <a:lnSpc>
                <a:spcPct val="100000"/>
              </a:lnSpc>
              <a:spcBef>
                <a:spcPts val="0"/>
              </a:spcBef>
              <a:spcAft>
                <a:spcPts val="0"/>
              </a:spcAft>
              <a:buClr>
                <a:schemeClr val="dk2"/>
              </a:buClr>
              <a:buSzPts val="1800"/>
              <a:buFont typeface="Merriweather Light"/>
              <a:buNone/>
              <a:defRPr sz="1800">
                <a:solidFill>
                  <a:schemeClr val="dk2"/>
                </a:solidFill>
                <a:latin typeface="Merriweather Light"/>
                <a:ea typeface="Merriweather Light"/>
                <a:cs typeface="Merriweather Light"/>
                <a:sym typeface="Merriweather Light"/>
              </a:defRPr>
            </a:lvl4pPr>
            <a:lvl5pPr lvl="4" algn="ctr" rtl="0">
              <a:lnSpc>
                <a:spcPct val="100000"/>
              </a:lnSpc>
              <a:spcBef>
                <a:spcPts val="0"/>
              </a:spcBef>
              <a:spcAft>
                <a:spcPts val="0"/>
              </a:spcAft>
              <a:buClr>
                <a:schemeClr val="dk2"/>
              </a:buClr>
              <a:buSzPts val="1800"/>
              <a:buFont typeface="Merriweather Light"/>
              <a:buNone/>
              <a:defRPr sz="1800">
                <a:solidFill>
                  <a:schemeClr val="dk2"/>
                </a:solidFill>
                <a:latin typeface="Merriweather Light"/>
                <a:ea typeface="Merriweather Light"/>
                <a:cs typeface="Merriweather Light"/>
                <a:sym typeface="Merriweather Light"/>
              </a:defRPr>
            </a:lvl5pPr>
            <a:lvl6pPr lvl="5" algn="ctr" rtl="0">
              <a:lnSpc>
                <a:spcPct val="100000"/>
              </a:lnSpc>
              <a:spcBef>
                <a:spcPts val="0"/>
              </a:spcBef>
              <a:spcAft>
                <a:spcPts val="0"/>
              </a:spcAft>
              <a:buClr>
                <a:schemeClr val="dk2"/>
              </a:buClr>
              <a:buSzPts val="1800"/>
              <a:buFont typeface="Merriweather Light"/>
              <a:buNone/>
              <a:defRPr sz="1800">
                <a:solidFill>
                  <a:schemeClr val="dk2"/>
                </a:solidFill>
                <a:latin typeface="Merriweather Light"/>
                <a:ea typeface="Merriweather Light"/>
                <a:cs typeface="Merriweather Light"/>
                <a:sym typeface="Merriweather Light"/>
              </a:defRPr>
            </a:lvl6pPr>
            <a:lvl7pPr lvl="6" algn="ctr" rtl="0">
              <a:lnSpc>
                <a:spcPct val="100000"/>
              </a:lnSpc>
              <a:spcBef>
                <a:spcPts val="0"/>
              </a:spcBef>
              <a:spcAft>
                <a:spcPts val="0"/>
              </a:spcAft>
              <a:buClr>
                <a:schemeClr val="dk2"/>
              </a:buClr>
              <a:buSzPts val="1800"/>
              <a:buFont typeface="Merriweather Light"/>
              <a:buNone/>
              <a:defRPr sz="1800">
                <a:solidFill>
                  <a:schemeClr val="dk2"/>
                </a:solidFill>
                <a:latin typeface="Merriweather Light"/>
                <a:ea typeface="Merriweather Light"/>
                <a:cs typeface="Merriweather Light"/>
                <a:sym typeface="Merriweather Light"/>
              </a:defRPr>
            </a:lvl7pPr>
            <a:lvl8pPr lvl="7" algn="ctr" rtl="0">
              <a:lnSpc>
                <a:spcPct val="100000"/>
              </a:lnSpc>
              <a:spcBef>
                <a:spcPts val="0"/>
              </a:spcBef>
              <a:spcAft>
                <a:spcPts val="0"/>
              </a:spcAft>
              <a:buClr>
                <a:schemeClr val="dk2"/>
              </a:buClr>
              <a:buSzPts val="1800"/>
              <a:buFont typeface="Merriweather Light"/>
              <a:buNone/>
              <a:defRPr sz="1800">
                <a:solidFill>
                  <a:schemeClr val="dk2"/>
                </a:solidFill>
                <a:latin typeface="Merriweather Light"/>
                <a:ea typeface="Merriweather Light"/>
                <a:cs typeface="Merriweather Light"/>
                <a:sym typeface="Merriweather Light"/>
              </a:defRPr>
            </a:lvl8pPr>
            <a:lvl9pPr lvl="8" algn="ctr" rtl="0">
              <a:lnSpc>
                <a:spcPct val="100000"/>
              </a:lnSpc>
              <a:spcBef>
                <a:spcPts val="0"/>
              </a:spcBef>
              <a:spcAft>
                <a:spcPts val="0"/>
              </a:spcAft>
              <a:buClr>
                <a:schemeClr val="dk2"/>
              </a:buClr>
              <a:buSzPts val="1800"/>
              <a:buFont typeface="Merriweather Light"/>
              <a:buNone/>
              <a:defRPr sz="1800">
                <a:solidFill>
                  <a:schemeClr val="dk2"/>
                </a:solidFill>
                <a:latin typeface="Merriweather Light"/>
                <a:ea typeface="Merriweather Light"/>
                <a:cs typeface="Merriweather Light"/>
                <a:sym typeface="Merriweather Light"/>
              </a:defRPr>
            </a:lvl9pPr>
          </a:lstStyle>
          <a:p>
            <a:endParaRPr/>
          </a:p>
        </p:txBody>
      </p:sp>
      <p:pic>
        <p:nvPicPr>
          <p:cNvPr id="418" name="Google Shape;418;p39"/>
          <p:cNvPicPr preferRelativeResize="0"/>
          <p:nvPr/>
        </p:nvPicPr>
        <p:blipFill>
          <a:blip r:embed="rId2">
            <a:alphaModFix/>
          </a:blip>
          <a:stretch>
            <a:fillRect/>
          </a:stretch>
        </p:blipFill>
        <p:spPr>
          <a:xfrm>
            <a:off x="4349700" y="4686300"/>
            <a:ext cx="457200" cy="4572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header 1 1">
  <p:cSld name="SECTION_HEADER_1_1">
    <p:bg>
      <p:bgPr>
        <a:solidFill>
          <a:schemeClr val="lt1"/>
        </a:solidFill>
        <a:effectLst/>
      </p:bgPr>
    </p:bg>
    <p:spTree>
      <p:nvGrpSpPr>
        <p:cNvPr id="1" name="Shape 419"/>
        <p:cNvGrpSpPr/>
        <p:nvPr/>
      </p:nvGrpSpPr>
      <p:grpSpPr>
        <a:xfrm>
          <a:off x="0" y="0"/>
          <a:ext cx="0" cy="0"/>
          <a:chOff x="0" y="0"/>
          <a:chExt cx="0" cy="0"/>
        </a:xfrm>
      </p:grpSpPr>
      <p:sp>
        <p:nvSpPr>
          <p:cNvPr id="420" name="Google Shape;420;p40"/>
          <p:cNvSpPr/>
          <p:nvPr/>
        </p:nvSpPr>
        <p:spPr>
          <a:xfrm>
            <a:off x="286800" y="280450"/>
            <a:ext cx="8583000" cy="45891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0"/>
          <p:cNvSpPr/>
          <p:nvPr/>
        </p:nvSpPr>
        <p:spPr>
          <a:xfrm>
            <a:off x="1613000" y="0"/>
            <a:ext cx="58101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0"/>
          <p:cNvSpPr txBox="1">
            <a:spLocks noGrp="1"/>
          </p:cNvSpPr>
          <p:nvPr>
            <p:ph type="title"/>
          </p:nvPr>
        </p:nvSpPr>
        <p:spPr>
          <a:xfrm>
            <a:off x="1613000" y="2303250"/>
            <a:ext cx="58101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600"/>
              <a:buFont typeface="Merriweather"/>
              <a:buNone/>
              <a:defRPr sz="3600">
                <a:latin typeface="Merriweather"/>
                <a:ea typeface="Merriweather"/>
                <a:cs typeface="Merriweather"/>
                <a:sym typeface="Merriweather"/>
              </a:defRPr>
            </a:lvl2pPr>
            <a:lvl3pPr lvl="2" algn="ctr" rtl="0">
              <a:spcBef>
                <a:spcPts val="0"/>
              </a:spcBef>
              <a:spcAft>
                <a:spcPts val="0"/>
              </a:spcAft>
              <a:buSzPts val="3600"/>
              <a:buFont typeface="Merriweather"/>
              <a:buNone/>
              <a:defRPr sz="3600">
                <a:latin typeface="Merriweather"/>
                <a:ea typeface="Merriweather"/>
                <a:cs typeface="Merriweather"/>
                <a:sym typeface="Merriweather"/>
              </a:defRPr>
            </a:lvl3pPr>
            <a:lvl4pPr lvl="3" algn="ctr" rtl="0">
              <a:spcBef>
                <a:spcPts val="0"/>
              </a:spcBef>
              <a:spcAft>
                <a:spcPts val="0"/>
              </a:spcAft>
              <a:buSzPts val="3600"/>
              <a:buFont typeface="Merriweather"/>
              <a:buNone/>
              <a:defRPr sz="3600">
                <a:latin typeface="Merriweather"/>
                <a:ea typeface="Merriweather"/>
                <a:cs typeface="Merriweather"/>
                <a:sym typeface="Merriweather"/>
              </a:defRPr>
            </a:lvl4pPr>
            <a:lvl5pPr lvl="4" algn="ctr" rtl="0">
              <a:spcBef>
                <a:spcPts val="0"/>
              </a:spcBef>
              <a:spcAft>
                <a:spcPts val="0"/>
              </a:spcAft>
              <a:buSzPts val="3600"/>
              <a:buFont typeface="Merriweather"/>
              <a:buNone/>
              <a:defRPr sz="3600">
                <a:latin typeface="Merriweather"/>
                <a:ea typeface="Merriweather"/>
                <a:cs typeface="Merriweather"/>
                <a:sym typeface="Merriweather"/>
              </a:defRPr>
            </a:lvl5pPr>
            <a:lvl6pPr lvl="5" algn="ctr" rtl="0">
              <a:spcBef>
                <a:spcPts val="0"/>
              </a:spcBef>
              <a:spcAft>
                <a:spcPts val="0"/>
              </a:spcAft>
              <a:buSzPts val="3600"/>
              <a:buFont typeface="Merriweather"/>
              <a:buNone/>
              <a:defRPr sz="3600">
                <a:latin typeface="Merriweather"/>
                <a:ea typeface="Merriweather"/>
                <a:cs typeface="Merriweather"/>
                <a:sym typeface="Merriweather"/>
              </a:defRPr>
            </a:lvl6pPr>
            <a:lvl7pPr lvl="6" algn="ctr" rtl="0">
              <a:spcBef>
                <a:spcPts val="0"/>
              </a:spcBef>
              <a:spcAft>
                <a:spcPts val="0"/>
              </a:spcAft>
              <a:buSzPts val="3600"/>
              <a:buFont typeface="Merriweather"/>
              <a:buNone/>
              <a:defRPr sz="3600">
                <a:latin typeface="Merriweather"/>
                <a:ea typeface="Merriweather"/>
                <a:cs typeface="Merriweather"/>
                <a:sym typeface="Merriweather"/>
              </a:defRPr>
            </a:lvl7pPr>
            <a:lvl8pPr lvl="7" algn="ctr" rtl="0">
              <a:spcBef>
                <a:spcPts val="0"/>
              </a:spcBef>
              <a:spcAft>
                <a:spcPts val="0"/>
              </a:spcAft>
              <a:buSzPts val="3600"/>
              <a:buFont typeface="Merriweather"/>
              <a:buNone/>
              <a:defRPr sz="3600">
                <a:latin typeface="Merriweather"/>
                <a:ea typeface="Merriweather"/>
                <a:cs typeface="Merriweather"/>
                <a:sym typeface="Merriweather"/>
              </a:defRPr>
            </a:lvl8pPr>
            <a:lvl9pPr lvl="8" algn="ctr" rtl="0">
              <a:spcBef>
                <a:spcPts val="0"/>
              </a:spcBef>
              <a:spcAft>
                <a:spcPts val="0"/>
              </a:spcAft>
              <a:buSzPts val="3600"/>
              <a:buFont typeface="Merriweather"/>
              <a:buNone/>
              <a:defRPr sz="3600">
                <a:latin typeface="Merriweather"/>
                <a:ea typeface="Merriweather"/>
                <a:cs typeface="Merriweather"/>
                <a:sym typeface="Merriweather"/>
              </a:defRPr>
            </a:lvl9pPr>
          </a:lstStyle>
          <a:p>
            <a:endParaRPr/>
          </a:p>
        </p:txBody>
      </p:sp>
      <p:sp>
        <p:nvSpPr>
          <p:cNvPr id="423" name="Google Shape;423;p40"/>
          <p:cNvSpPr txBox="1">
            <a:spLocks noGrp="1"/>
          </p:cNvSpPr>
          <p:nvPr>
            <p:ph type="title" idx="2" hasCustomPrompt="1"/>
          </p:nvPr>
        </p:nvSpPr>
        <p:spPr>
          <a:xfrm>
            <a:off x="2808750" y="1165625"/>
            <a:ext cx="3526500" cy="1043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7200"/>
              <a:buFont typeface="Merriweather"/>
              <a:buNone/>
              <a:defRPr sz="7200">
                <a:latin typeface="Merriweather"/>
                <a:ea typeface="Merriweather"/>
                <a:cs typeface="Merriweather"/>
                <a:sym typeface="Merriweather"/>
              </a:defRPr>
            </a:lvl2pPr>
            <a:lvl3pPr lvl="2" algn="ctr" rtl="0">
              <a:spcBef>
                <a:spcPts val="0"/>
              </a:spcBef>
              <a:spcAft>
                <a:spcPts val="0"/>
              </a:spcAft>
              <a:buSzPts val="7200"/>
              <a:buFont typeface="Merriweather"/>
              <a:buNone/>
              <a:defRPr sz="7200">
                <a:latin typeface="Merriweather"/>
                <a:ea typeface="Merriweather"/>
                <a:cs typeface="Merriweather"/>
                <a:sym typeface="Merriweather"/>
              </a:defRPr>
            </a:lvl3pPr>
            <a:lvl4pPr lvl="3" algn="ctr" rtl="0">
              <a:spcBef>
                <a:spcPts val="0"/>
              </a:spcBef>
              <a:spcAft>
                <a:spcPts val="0"/>
              </a:spcAft>
              <a:buSzPts val="7200"/>
              <a:buFont typeface="Merriweather"/>
              <a:buNone/>
              <a:defRPr sz="7200">
                <a:latin typeface="Merriweather"/>
                <a:ea typeface="Merriweather"/>
                <a:cs typeface="Merriweather"/>
                <a:sym typeface="Merriweather"/>
              </a:defRPr>
            </a:lvl4pPr>
            <a:lvl5pPr lvl="4" algn="ctr" rtl="0">
              <a:spcBef>
                <a:spcPts val="0"/>
              </a:spcBef>
              <a:spcAft>
                <a:spcPts val="0"/>
              </a:spcAft>
              <a:buSzPts val="7200"/>
              <a:buFont typeface="Merriweather"/>
              <a:buNone/>
              <a:defRPr sz="7200">
                <a:latin typeface="Merriweather"/>
                <a:ea typeface="Merriweather"/>
                <a:cs typeface="Merriweather"/>
                <a:sym typeface="Merriweather"/>
              </a:defRPr>
            </a:lvl5pPr>
            <a:lvl6pPr lvl="5" algn="ctr" rtl="0">
              <a:spcBef>
                <a:spcPts val="0"/>
              </a:spcBef>
              <a:spcAft>
                <a:spcPts val="0"/>
              </a:spcAft>
              <a:buSzPts val="7200"/>
              <a:buFont typeface="Merriweather"/>
              <a:buNone/>
              <a:defRPr sz="7200">
                <a:latin typeface="Merriweather"/>
                <a:ea typeface="Merriweather"/>
                <a:cs typeface="Merriweather"/>
                <a:sym typeface="Merriweather"/>
              </a:defRPr>
            </a:lvl6pPr>
            <a:lvl7pPr lvl="6" algn="ctr" rtl="0">
              <a:spcBef>
                <a:spcPts val="0"/>
              </a:spcBef>
              <a:spcAft>
                <a:spcPts val="0"/>
              </a:spcAft>
              <a:buSzPts val="7200"/>
              <a:buFont typeface="Merriweather"/>
              <a:buNone/>
              <a:defRPr sz="7200">
                <a:latin typeface="Merriweather"/>
                <a:ea typeface="Merriweather"/>
                <a:cs typeface="Merriweather"/>
                <a:sym typeface="Merriweather"/>
              </a:defRPr>
            </a:lvl7pPr>
            <a:lvl8pPr lvl="7" algn="ctr" rtl="0">
              <a:spcBef>
                <a:spcPts val="0"/>
              </a:spcBef>
              <a:spcAft>
                <a:spcPts val="0"/>
              </a:spcAft>
              <a:buSzPts val="7200"/>
              <a:buFont typeface="Merriweather"/>
              <a:buNone/>
              <a:defRPr sz="7200">
                <a:latin typeface="Merriweather"/>
                <a:ea typeface="Merriweather"/>
                <a:cs typeface="Merriweather"/>
                <a:sym typeface="Merriweather"/>
              </a:defRPr>
            </a:lvl8pPr>
            <a:lvl9pPr lvl="8" algn="ctr" rtl="0">
              <a:spcBef>
                <a:spcPts val="0"/>
              </a:spcBef>
              <a:spcAft>
                <a:spcPts val="0"/>
              </a:spcAft>
              <a:buSzPts val="7200"/>
              <a:buFont typeface="Merriweather"/>
              <a:buNone/>
              <a:defRPr sz="7200">
                <a:latin typeface="Merriweather"/>
                <a:ea typeface="Merriweather"/>
                <a:cs typeface="Merriweather"/>
                <a:sym typeface="Merriweather"/>
              </a:defRPr>
            </a:lvl9pPr>
          </a:lstStyle>
          <a:p>
            <a:r>
              <a:t>xx%</a:t>
            </a:r>
          </a:p>
        </p:txBody>
      </p:sp>
      <p:sp>
        <p:nvSpPr>
          <p:cNvPr id="424" name="Google Shape;424;p40"/>
          <p:cNvSpPr txBox="1">
            <a:spLocks noGrp="1"/>
          </p:cNvSpPr>
          <p:nvPr>
            <p:ph type="subTitle" idx="1"/>
          </p:nvPr>
        </p:nvSpPr>
        <p:spPr>
          <a:xfrm>
            <a:off x="2694450" y="3171625"/>
            <a:ext cx="3755100" cy="89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800"/>
              <a:buFont typeface="Merriweather"/>
              <a:buNone/>
              <a:defRPr>
                <a:solidFill>
                  <a:schemeClr val="dk1"/>
                </a:solidFill>
                <a:latin typeface="Merriweather"/>
                <a:ea typeface="Merriweather"/>
                <a:cs typeface="Merriweather"/>
                <a:sym typeface="Merriweather"/>
              </a:defRPr>
            </a:lvl1pPr>
            <a:lvl2pPr lvl="1" algn="ctr" rtl="0">
              <a:lnSpc>
                <a:spcPct val="100000"/>
              </a:lnSpc>
              <a:spcBef>
                <a:spcPts val="0"/>
              </a:spcBef>
              <a:spcAft>
                <a:spcPts val="0"/>
              </a:spcAft>
              <a:buClr>
                <a:schemeClr val="dk1"/>
              </a:buClr>
              <a:buSzPts val="1800"/>
              <a:buFont typeface="Merriweather"/>
              <a:buNone/>
              <a:defRPr sz="1800">
                <a:solidFill>
                  <a:schemeClr val="dk1"/>
                </a:solidFill>
                <a:latin typeface="Merriweather"/>
                <a:ea typeface="Merriweather"/>
                <a:cs typeface="Merriweather"/>
                <a:sym typeface="Merriweather"/>
              </a:defRPr>
            </a:lvl2pPr>
            <a:lvl3pPr lvl="2" algn="ctr" rtl="0">
              <a:lnSpc>
                <a:spcPct val="100000"/>
              </a:lnSpc>
              <a:spcBef>
                <a:spcPts val="0"/>
              </a:spcBef>
              <a:spcAft>
                <a:spcPts val="0"/>
              </a:spcAft>
              <a:buClr>
                <a:schemeClr val="dk1"/>
              </a:buClr>
              <a:buSzPts val="1800"/>
              <a:buFont typeface="Merriweather"/>
              <a:buNone/>
              <a:defRPr sz="1800">
                <a:solidFill>
                  <a:schemeClr val="dk1"/>
                </a:solidFill>
                <a:latin typeface="Merriweather"/>
                <a:ea typeface="Merriweather"/>
                <a:cs typeface="Merriweather"/>
                <a:sym typeface="Merriweather"/>
              </a:defRPr>
            </a:lvl3pPr>
            <a:lvl4pPr lvl="3" algn="ctr" rtl="0">
              <a:lnSpc>
                <a:spcPct val="100000"/>
              </a:lnSpc>
              <a:spcBef>
                <a:spcPts val="0"/>
              </a:spcBef>
              <a:spcAft>
                <a:spcPts val="0"/>
              </a:spcAft>
              <a:buClr>
                <a:schemeClr val="dk1"/>
              </a:buClr>
              <a:buSzPts val="1800"/>
              <a:buFont typeface="Merriweather Light"/>
              <a:buNone/>
              <a:defRPr sz="1800">
                <a:solidFill>
                  <a:schemeClr val="dk1"/>
                </a:solidFill>
                <a:latin typeface="Merriweather Light"/>
                <a:ea typeface="Merriweather Light"/>
                <a:cs typeface="Merriweather Light"/>
                <a:sym typeface="Merriweather Light"/>
              </a:defRPr>
            </a:lvl4pPr>
            <a:lvl5pPr lvl="4" algn="ctr" rtl="0">
              <a:lnSpc>
                <a:spcPct val="100000"/>
              </a:lnSpc>
              <a:spcBef>
                <a:spcPts val="0"/>
              </a:spcBef>
              <a:spcAft>
                <a:spcPts val="0"/>
              </a:spcAft>
              <a:buClr>
                <a:schemeClr val="dk1"/>
              </a:buClr>
              <a:buSzPts val="1800"/>
              <a:buFont typeface="Merriweather Light"/>
              <a:buNone/>
              <a:defRPr sz="1800">
                <a:solidFill>
                  <a:schemeClr val="dk1"/>
                </a:solidFill>
                <a:latin typeface="Merriweather Light"/>
                <a:ea typeface="Merriweather Light"/>
                <a:cs typeface="Merriweather Light"/>
                <a:sym typeface="Merriweather Light"/>
              </a:defRPr>
            </a:lvl5pPr>
            <a:lvl6pPr lvl="5" algn="ctr" rtl="0">
              <a:lnSpc>
                <a:spcPct val="100000"/>
              </a:lnSpc>
              <a:spcBef>
                <a:spcPts val="0"/>
              </a:spcBef>
              <a:spcAft>
                <a:spcPts val="0"/>
              </a:spcAft>
              <a:buClr>
                <a:schemeClr val="dk1"/>
              </a:buClr>
              <a:buSzPts val="1800"/>
              <a:buFont typeface="Merriweather Light"/>
              <a:buNone/>
              <a:defRPr sz="1800">
                <a:solidFill>
                  <a:schemeClr val="dk1"/>
                </a:solidFill>
                <a:latin typeface="Merriweather Light"/>
                <a:ea typeface="Merriweather Light"/>
                <a:cs typeface="Merriweather Light"/>
                <a:sym typeface="Merriweather Light"/>
              </a:defRPr>
            </a:lvl6pPr>
            <a:lvl7pPr lvl="6" algn="ctr" rtl="0">
              <a:lnSpc>
                <a:spcPct val="100000"/>
              </a:lnSpc>
              <a:spcBef>
                <a:spcPts val="0"/>
              </a:spcBef>
              <a:spcAft>
                <a:spcPts val="0"/>
              </a:spcAft>
              <a:buClr>
                <a:schemeClr val="dk1"/>
              </a:buClr>
              <a:buSzPts val="1800"/>
              <a:buFont typeface="Merriweather Light"/>
              <a:buNone/>
              <a:defRPr sz="1800">
                <a:solidFill>
                  <a:schemeClr val="dk1"/>
                </a:solidFill>
                <a:latin typeface="Merriweather Light"/>
                <a:ea typeface="Merriweather Light"/>
                <a:cs typeface="Merriweather Light"/>
                <a:sym typeface="Merriweather Light"/>
              </a:defRPr>
            </a:lvl7pPr>
            <a:lvl8pPr lvl="7" algn="ctr" rtl="0">
              <a:lnSpc>
                <a:spcPct val="100000"/>
              </a:lnSpc>
              <a:spcBef>
                <a:spcPts val="0"/>
              </a:spcBef>
              <a:spcAft>
                <a:spcPts val="0"/>
              </a:spcAft>
              <a:buClr>
                <a:schemeClr val="dk1"/>
              </a:buClr>
              <a:buSzPts val="1800"/>
              <a:buFont typeface="Merriweather Light"/>
              <a:buNone/>
              <a:defRPr sz="1800">
                <a:solidFill>
                  <a:schemeClr val="dk1"/>
                </a:solidFill>
                <a:latin typeface="Merriweather Light"/>
                <a:ea typeface="Merriweather Light"/>
                <a:cs typeface="Merriweather Light"/>
                <a:sym typeface="Merriweather Light"/>
              </a:defRPr>
            </a:lvl8pPr>
            <a:lvl9pPr lvl="8" algn="ctr" rtl="0">
              <a:lnSpc>
                <a:spcPct val="100000"/>
              </a:lnSpc>
              <a:spcBef>
                <a:spcPts val="0"/>
              </a:spcBef>
              <a:spcAft>
                <a:spcPts val="0"/>
              </a:spcAft>
              <a:buClr>
                <a:schemeClr val="dk1"/>
              </a:buClr>
              <a:buSzPts val="1800"/>
              <a:buFont typeface="Merriweather Light"/>
              <a:buNone/>
              <a:defRPr sz="1800">
                <a:solidFill>
                  <a:schemeClr val="dk1"/>
                </a:solidFill>
                <a:latin typeface="Merriweather Light"/>
                <a:ea typeface="Merriweather Light"/>
                <a:cs typeface="Merriweather Light"/>
                <a:sym typeface="Merriweather Light"/>
              </a:defRPr>
            </a:lvl9pPr>
          </a:lstStyle>
          <a:p>
            <a:endParaRPr/>
          </a:p>
        </p:txBody>
      </p:sp>
      <p:pic>
        <p:nvPicPr>
          <p:cNvPr id="425" name="Google Shape;425;p40"/>
          <p:cNvPicPr preferRelativeResize="0"/>
          <p:nvPr/>
        </p:nvPicPr>
        <p:blipFill>
          <a:blip r:embed="rId2">
            <a:alphaModFix/>
          </a:blip>
          <a:stretch>
            <a:fillRect/>
          </a:stretch>
        </p:blipFill>
        <p:spPr>
          <a:xfrm>
            <a:off x="4349700" y="4686300"/>
            <a:ext cx="457200" cy="45720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6">
  <p:cSld name="TITLE_2">
    <p:spTree>
      <p:nvGrpSpPr>
        <p:cNvPr id="1" name="Shape 426"/>
        <p:cNvGrpSpPr/>
        <p:nvPr/>
      </p:nvGrpSpPr>
      <p:grpSpPr>
        <a:xfrm>
          <a:off x="0" y="0"/>
          <a:ext cx="0" cy="0"/>
          <a:chOff x="0" y="0"/>
          <a:chExt cx="0" cy="0"/>
        </a:xfrm>
      </p:grpSpPr>
      <p:sp>
        <p:nvSpPr>
          <p:cNvPr id="427" name="Google Shape;427;p4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428" name="Google Shape;428;p4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29" name="Google Shape;429;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3000"/>
              <a:buFont typeface="Merriweather"/>
              <a:buNone/>
              <a:defRPr sz="3000" b="1">
                <a:solidFill>
                  <a:schemeClr val="dk1"/>
                </a:solidFill>
                <a:latin typeface="Merriweather"/>
                <a:ea typeface="Merriweather"/>
                <a:cs typeface="Merriweather"/>
                <a:sym typeface="Merriweathe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Open Sans"/>
              <a:buChar char="●"/>
              <a:defRPr sz="1800" b="1">
                <a:solidFill>
                  <a:schemeClr val="lt1"/>
                </a:solidFill>
                <a:latin typeface="Open Sans"/>
                <a:ea typeface="Open Sans"/>
                <a:cs typeface="Open Sans"/>
                <a:sym typeface="Open Sans"/>
              </a:defRPr>
            </a:lvl1pPr>
            <a:lvl2pPr marL="914400" lvl="1" indent="-317500">
              <a:lnSpc>
                <a:spcPct val="115000"/>
              </a:lnSpc>
              <a:spcBef>
                <a:spcPts val="1600"/>
              </a:spcBef>
              <a:spcAft>
                <a:spcPts val="0"/>
              </a:spcAft>
              <a:buClr>
                <a:schemeClr val="accent2"/>
              </a:buClr>
              <a:buSzPts val="1400"/>
              <a:buFont typeface="Open Sans SemiBold"/>
              <a:buChar char="○"/>
              <a:defRPr>
                <a:solidFill>
                  <a:schemeClr val="accent2"/>
                </a:solidFill>
                <a:latin typeface="Open Sans SemiBold"/>
                <a:ea typeface="Open Sans SemiBold"/>
                <a:cs typeface="Open Sans SemiBold"/>
                <a:sym typeface="Open Sans SemiBold"/>
              </a:defRPr>
            </a:lvl2pPr>
            <a:lvl3pPr marL="1371600" lvl="2" indent="-317500">
              <a:lnSpc>
                <a:spcPct val="115000"/>
              </a:lnSpc>
              <a:spcBef>
                <a:spcPts val="1600"/>
              </a:spcBef>
              <a:spcAft>
                <a:spcPts val="0"/>
              </a:spcAft>
              <a:buClr>
                <a:schemeClr val="lt2"/>
              </a:buClr>
              <a:buSzPts val="1400"/>
              <a:buFont typeface="Open Sans"/>
              <a:buChar char="■"/>
              <a:defRPr>
                <a:solidFill>
                  <a:schemeClr val="lt2"/>
                </a:solidFill>
                <a:latin typeface="Open Sans"/>
                <a:ea typeface="Open Sans"/>
                <a:cs typeface="Open Sans"/>
                <a:sym typeface="Open Sans"/>
              </a:defRPr>
            </a:lvl3pPr>
            <a:lvl4pPr marL="1828800" lvl="3" indent="-31750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4pPr>
            <a:lvl5pPr marL="2286000" lvl="4" indent="-31750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5pPr>
            <a:lvl6pPr marL="2743200" lvl="5" indent="-31750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6pPr>
            <a:lvl7pPr marL="3200400" lvl="6" indent="-31750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7pPr>
            <a:lvl8pPr marL="3657600" lvl="7" indent="-317500">
              <a:lnSpc>
                <a:spcPct val="115000"/>
              </a:lnSpc>
              <a:spcBef>
                <a:spcPts val="1600"/>
              </a:spcBef>
              <a:spcAft>
                <a:spcPts val="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8pPr>
            <a:lvl9pPr marL="4114800" lvl="8" indent="-317500">
              <a:lnSpc>
                <a:spcPct val="115000"/>
              </a:lnSpc>
              <a:spcBef>
                <a:spcPts val="1600"/>
              </a:spcBef>
              <a:spcAft>
                <a:spcPts val="1600"/>
              </a:spcAft>
              <a:buClr>
                <a:schemeClr val="accent2"/>
              </a:buClr>
              <a:buSzPts val="1400"/>
              <a:buFont typeface="Open Sans Light"/>
              <a:buChar char="■"/>
              <a:defRPr>
                <a:solidFill>
                  <a:schemeClr val="accent2"/>
                </a:solidFill>
                <a:latin typeface="Open Sans Light"/>
                <a:ea typeface="Open Sans Light"/>
                <a:cs typeface="Open Sans Light"/>
                <a:sym typeface="Open Sans Light"/>
              </a:defRPr>
            </a:lvl9pPr>
          </a:lstStyle>
          <a:p>
            <a:endParaRPr/>
          </a:p>
        </p:txBody>
      </p:sp>
      <p:sp>
        <p:nvSpPr>
          <p:cNvPr id="8" name="Google Shape;8;p1"/>
          <p:cNvSpPr txBox="1">
            <a:spLocks noGrp="1"/>
          </p:cNvSpPr>
          <p:nvPr>
            <p:ph type="sldNum" idx="12"/>
          </p:nvPr>
        </p:nvSpPr>
        <p:spPr>
          <a:xfrm>
            <a:off x="7000875" y="4819650"/>
            <a:ext cx="2029800" cy="228600"/>
          </a:xfrm>
          <a:prstGeom prst="rect">
            <a:avLst/>
          </a:prstGeom>
          <a:noFill/>
          <a:ln>
            <a:noFill/>
          </a:ln>
        </p:spPr>
        <p:txBody>
          <a:bodyPr spcFirstLastPara="1" wrap="square" lIns="91425" tIns="91425" rIns="91425" bIns="91425" anchor="ctr" anchorCtr="0">
            <a:noAutofit/>
          </a:bodyPr>
          <a:lstStyle>
            <a:lvl1pPr lvl="0" rtl="0">
              <a:lnSpc>
                <a:spcPct val="100000"/>
              </a:lnSpc>
              <a:buNone/>
              <a:defRPr sz="800">
                <a:latin typeface="Open Sans SemiBold"/>
                <a:ea typeface="Open Sans SemiBold"/>
                <a:cs typeface="Open Sans SemiBold"/>
                <a:sym typeface="Open Sans SemiBold"/>
              </a:defRPr>
            </a:lvl1pPr>
            <a:lvl2pPr lvl="1" rtl="0">
              <a:lnSpc>
                <a:spcPct val="100000"/>
              </a:lnSpc>
              <a:buNone/>
              <a:defRPr sz="800">
                <a:latin typeface="Open Sans SemiBold"/>
                <a:ea typeface="Open Sans SemiBold"/>
                <a:cs typeface="Open Sans SemiBold"/>
                <a:sym typeface="Open Sans SemiBold"/>
              </a:defRPr>
            </a:lvl2pPr>
            <a:lvl3pPr lvl="2" rtl="0">
              <a:lnSpc>
                <a:spcPct val="100000"/>
              </a:lnSpc>
              <a:buNone/>
              <a:defRPr sz="800">
                <a:latin typeface="Open Sans SemiBold"/>
                <a:ea typeface="Open Sans SemiBold"/>
                <a:cs typeface="Open Sans SemiBold"/>
                <a:sym typeface="Open Sans SemiBold"/>
              </a:defRPr>
            </a:lvl3pPr>
            <a:lvl4pPr lvl="3" rtl="0">
              <a:lnSpc>
                <a:spcPct val="100000"/>
              </a:lnSpc>
              <a:buNone/>
              <a:defRPr sz="800">
                <a:latin typeface="Open Sans SemiBold"/>
                <a:ea typeface="Open Sans SemiBold"/>
                <a:cs typeface="Open Sans SemiBold"/>
                <a:sym typeface="Open Sans SemiBold"/>
              </a:defRPr>
            </a:lvl4pPr>
            <a:lvl5pPr lvl="4" rtl="0">
              <a:lnSpc>
                <a:spcPct val="100000"/>
              </a:lnSpc>
              <a:buNone/>
              <a:defRPr sz="800">
                <a:latin typeface="Open Sans SemiBold"/>
                <a:ea typeface="Open Sans SemiBold"/>
                <a:cs typeface="Open Sans SemiBold"/>
                <a:sym typeface="Open Sans SemiBold"/>
              </a:defRPr>
            </a:lvl5pPr>
            <a:lvl6pPr lvl="5" rtl="0">
              <a:lnSpc>
                <a:spcPct val="100000"/>
              </a:lnSpc>
              <a:buNone/>
              <a:defRPr sz="800">
                <a:latin typeface="Open Sans SemiBold"/>
                <a:ea typeface="Open Sans SemiBold"/>
                <a:cs typeface="Open Sans SemiBold"/>
                <a:sym typeface="Open Sans SemiBold"/>
              </a:defRPr>
            </a:lvl6pPr>
            <a:lvl7pPr lvl="6" rtl="0">
              <a:lnSpc>
                <a:spcPct val="100000"/>
              </a:lnSpc>
              <a:buNone/>
              <a:defRPr sz="800">
                <a:latin typeface="Open Sans SemiBold"/>
                <a:ea typeface="Open Sans SemiBold"/>
                <a:cs typeface="Open Sans SemiBold"/>
                <a:sym typeface="Open Sans SemiBold"/>
              </a:defRPr>
            </a:lvl7pPr>
            <a:lvl8pPr lvl="7" rtl="0">
              <a:lnSpc>
                <a:spcPct val="100000"/>
              </a:lnSpc>
              <a:buNone/>
              <a:defRPr sz="800">
                <a:latin typeface="Open Sans SemiBold"/>
                <a:ea typeface="Open Sans SemiBold"/>
                <a:cs typeface="Open Sans SemiBold"/>
                <a:sym typeface="Open Sans SemiBold"/>
              </a:defRPr>
            </a:lvl8pPr>
            <a:lvl9pPr lvl="8" rtl="0">
              <a:lnSpc>
                <a:spcPct val="100000"/>
              </a:lnSpc>
              <a:buNone/>
              <a:defRPr sz="800">
                <a:latin typeface="Open Sans SemiBold"/>
                <a:ea typeface="Open Sans SemiBold"/>
                <a:cs typeface="Open Sans SemiBold"/>
                <a:sym typeface="Open Sans SemiBold"/>
              </a:defRPr>
            </a:lvl9pPr>
          </a:lstStyle>
          <a:p>
            <a:pPr marL="0" lvl="0" indent="0" algn="l" rtl="0">
              <a:spcBef>
                <a:spcPts val="0"/>
              </a:spcBef>
              <a:spcAft>
                <a:spcPts val="0"/>
              </a:spcAft>
              <a:buNone/>
            </a:pPr>
            <a:r>
              <a:rPr lang="en"/>
              <a:t>© Brigham Young University-Idaho </a:t>
            </a: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40.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2"/>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Instructions</a:t>
            </a:r>
            <a:endParaRPr/>
          </a:p>
        </p:txBody>
      </p:sp>
      <p:sp>
        <p:nvSpPr>
          <p:cNvPr id="435" name="Google Shape;435;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a:t>The next slide contains pieces that form part of a bigger picture. Follows these steps to complete the activity:</a:t>
            </a:r>
            <a:endParaRPr b="0"/>
          </a:p>
          <a:p>
            <a:pPr marL="1143000" lvl="0" indent="-342900" algn="l" rtl="0">
              <a:spcBef>
                <a:spcPts val="1000"/>
              </a:spcBef>
              <a:spcAft>
                <a:spcPts val="0"/>
              </a:spcAft>
              <a:buSzPts val="1800"/>
              <a:buFont typeface="Arial"/>
              <a:buAutoNum type="arabicPeriod"/>
            </a:pPr>
            <a:r>
              <a:rPr lang="en" b="0"/>
              <a:t>Working in your group, arrange the shapes on the next slide to create something meaningful.</a:t>
            </a:r>
            <a:endParaRPr b="0"/>
          </a:p>
          <a:p>
            <a:pPr marL="1143000" lvl="0" indent="-342900" algn="l" rtl="0">
              <a:spcBef>
                <a:spcPts val="1000"/>
              </a:spcBef>
              <a:spcAft>
                <a:spcPts val="0"/>
              </a:spcAft>
              <a:buSzPts val="1800"/>
              <a:buFont typeface="Arial"/>
              <a:buAutoNum type="arabicPeriod"/>
            </a:pPr>
            <a:r>
              <a:rPr lang="en" b="0"/>
              <a:t>You can rotate and move the shapes, but do NOT resize or reshape them.</a:t>
            </a:r>
            <a:endParaRPr b="0"/>
          </a:p>
          <a:p>
            <a:pPr marL="1143000" lvl="0" indent="-342900" algn="l" rtl="0">
              <a:spcBef>
                <a:spcPts val="1000"/>
              </a:spcBef>
              <a:spcAft>
                <a:spcPts val="0"/>
              </a:spcAft>
              <a:buSzPts val="1800"/>
              <a:buFont typeface="Arial"/>
              <a:buAutoNum type="arabicPeriod"/>
            </a:pPr>
            <a:r>
              <a:rPr lang="en" b="0"/>
              <a:t>If needed, use the hint provided on the third slide.</a:t>
            </a:r>
            <a:endParaRPr b="0"/>
          </a:p>
          <a:p>
            <a:pPr marL="1143000" lvl="0" indent="-342900" algn="l" rtl="0">
              <a:spcBef>
                <a:spcPts val="1000"/>
              </a:spcBef>
              <a:spcAft>
                <a:spcPts val="1000"/>
              </a:spcAft>
              <a:buSzPts val="1800"/>
              <a:buAutoNum type="arabicPeriod"/>
            </a:pPr>
            <a:r>
              <a:rPr lang="en" b="0"/>
              <a:t>Submit the completed activity, including slide 04, to Canvas.</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99999"/>
        </a:solidFill>
        <a:effectLst/>
      </p:bgPr>
    </p:bg>
    <p:spTree>
      <p:nvGrpSpPr>
        <p:cNvPr id="1" name="Shape 439"/>
        <p:cNvGrpSpPr/>
        <p:nvPr/>
      </p:nvGrpSpPr>
      <p:grpSpPr>
        <a:xfrm>
          <a:off x="0" y="0"/>
          <a:ext cx="0" cy="0"/>
          <a:chOff x="0" y="0"/>
          <a:chExt cx="0" cy="0"/>
        </a:xfrm>
      </p:grpSpPr>
      <p:pic>
        <p:nvPicPr>
          <p:cNvPr id="440" name="Google Shape;440;p43"/>
          <p:cNvPicPr preferRelativeResize="0"/>
          <p:nvPr/>
        </p:nvPicPr>
        <p:blipFill>
          <a:blip r:embed="rId3">
            <a:alphaModFix/>
          </a:blip>
          <a:stretch>
            <a:fillRect/>
          </a:stretch>
        </p:blipFill>
        <p:spPr>
          <a:xfrm>
            <a:off x="6071575" y="3633163"/>
            <a:ext cx="2389375" cy="1033950"/>
          </a:xfrm>
          <a:prstGeom prst="rect">
            <a:avLst/>
          </a:prstGeom>
          <a:noFill/>
          <a:ln>
            <a:noFill/>
          </a:ln>
        </p:spPr>
      </p:pic>
      <p:pic>
        <p:nvPicPr>
          <p:cNvPr id="441" name="Google Shape;441;p43"/>
          <p:cNvPicPr preferRelativeResize="0"/>
          <p:nvPr/>
        </p:nvPicPr>
        <p:blipFill rotWithShape="1">
          <a:blip r:embed="rId4">
            <a:alphaModFix/>
          </a:blip>
          <a:srcRect/>
          <a:stretch/>
        </p:blipFill>
        <p:spPr>
          <a:xfrm>
            <a:off x="6149772" y="3702471"/>
            <a:ext cx="2223936" cy="895350"/>
          </a:xfrm>
          <a:prstGeom prst="rect">
            <a:avLst/>
          </a:prstGeom>
          <a:noFill/>
          <a:ln>
            <a:noFill/>
          </a:ln>
        </p:spPr>
      </p:pic>
      <p:pic>
        <p:nvPicPr>
          <p:cNvPr id="442" name="Google Shape;442;p43"/>
          <p:cNvPicPr preferRelativeResize="0"/>
          <p:nvPr/>
        </p:nvPicPr>
        <p:blipFill>
          <a:blip r:embed="rId5">
            <a:alphaModFix/>
          </a:blip>
          <a:stretch>
            <a:fillRect/>
          </a:stretch>
        </p:blipFill>
        <p:spPr>
          <a:xfrm>
            <a:off x="6277400" y="3871013"/>
            <a:ext cx="1968675" cy="558275"/>
          </a:xfrm>
          <a:prstGeom prst="rect">
            <a:avLst/>
          </a:prstGeom>
          <a:noFill/>
          <a:ln>
            <a:noFill/>
          </a:ln>
        </p:spPr>
      </p:pic>
      <p:pic>
        <p:nvPicPr>
          <p:cNvPr id="443" name="Google Shape;443;p43"/>
          <p:cNvPicPr preferRelativeResize="0"/>
          <p:nvPr/>
        </p:nvPicPr>
        <p:blipFill>
          <a:blip r:embed="rId6">
            <a:alphaModFix/>
          </a:blip>
          <a:stretch>
            <a:fillRect/>
          </a:stretch>
        </p:blipFill>
        <p:spPr>
          <a:xfrm>
            <a:off x="981100" y="578625"/>
            <a:ext cx="2361475" cy="2361449"/>
          </a:xfrm>
          <a:prstGeom prst="rect">
            <a:avLst/>
          </a:prstGeom>
          <a:noFill/>
          <a:ln>
            <a:noFill/>
          </a:ln>
        </p:spPr>
      </p:pic>
      <p:pic>
        <p:nvPicPr>
          <p:cNvPr id="444" name="Google Shape;444;p43"/>
          <p:cNvPicPr preferRelativeResize="0"/>
          <p:nvPr/>
        </p:nvPicPr>
        <p:blipFill>
          <a:blip r:embed="rId7">
            <a:alphaModFix/>
          </a:blip>
          <a:stretch>
            <a:fillRect/>
          </a:stretch>
        </p:blipFill>
        <p:spPr>
          <a:xfrm>
            <a:off x="2908975" y="237950"/>
            <a:ext cx="3686450" cy="3173575"/>
          </a:xfrm>
          <a:prstGeom prst="rect">
            <a:avLst/>
          </a:prstGeom>
          <a:noFill/>
          <a:ln>
            <a:noFill/>
          </a:ln>
        </p:spPr>
      </p:pic>
      <p:pic>
        <p:nvPicPr>
          <p:cNvPr id="445" name="Google Shape;445;p43"/>
          <p:cNvPicPr preferRelativeResize="0"/>
          <p:nvPr/>
        </p:nvPicPr>
        <p:blipFill>
          <a:blip r:embed="rId8">
            <a:alphaModFix/>
          </a:blip>
          <a:stretch>
            <a:fillRect/>
          </a:stretch>
        </p:blipFill>
        <p:spPr>
          <a:xfrm>
            <a:off x="1846813" y="974167"/>
            <a:ext cx="526550" cy="1621233"/>
          </a:xfrm>
          <a:prstGeom prst="rect">
            <a:avLst/>
          </a:prstGeom>
          <a:noFill/>
          <a:ln>
            <a:noFill/>
          </a:ln>
        </p:spPr>
      </p:pic>
      <p:pic>
        <p:nvPicPr>
          <p:cNvPr id="446" name="Google Shape;446;p43"/>
          <p:cNvPicPr preferRelativeResize="0"/>
          <p:nvPr/>
        </p:nvPicPr>
        <p:blipFill rotWithShape="1">
          <a:blip r:embed="rId9">
            <a:alphaModFix/>
          </a:blip>
          <a:srcRect l="16842" t="18699" r="18078" b="35277"/>
          <a:stretch/>
        </p:blipFill>
        <p:spPr>
          <a:xfrm>
            <a:off x="6473953" y="3977335"/>
            <a:ext cx="723649" cy="345621"/>
          </a:xfrm>
          <a:prstGeom prst="rect">
            <a:avLst/>
          </a:prstGeom>
          <a:noFill/>
          <a:ln>
            <a:noFill/>
          </a:ln>
        </p:spPr>
      </p:pic>
      <p:pic>
        <p:nvPicPr>
          <p:cNvPr id="447" name="Google Shape;447;p43"/>
          <p:cNvPicPr preferRelativeResize="0"/>
          <p:nvPr/>
        </p:nvPicPr>
        <p:blipFill>
          <a:blip r:embed="rId10">
            <a:alphaModFix/>
          </a:blip>
          <a:stretch>
            <a:fillRect/>
          </a:stretch>
        </p:blipFill>
        <p:spPr>
          <a:xfrm>
            <a:off x="6492683" y="-2"/>
            <a:ext cx="2584965" cy="2570521"/>
          </a:xfrm>
          <a:prstGeom prst="rect">
            <a:avLst/>
          </a:prstGeom>
          <a:noFill/>
          <a:ln>
            <a:noFill/>
          </a:ln>
        </p:spPr>
      </p:pic>
      <p:pic>
        <p:nvPicPr>
          <p:cNvPr id="448" name="Google Shape;448;p43"/>
          <p:cNvPicPr preferRelativeResize="0"/>
          <p:nvPr/>
        </p:nvPicPr>
        <p:blipFill>
          <a:blip r:embed="rId11">
            <a:alphaModFix/>
          </a:blip>
          <a:stretch>
            <a:fillRect/>
          </a:stretch>
        </p:blipFill>
        <p:spPr>
          <a:xfrm>
            <a:off x="1879885" y="1551440"/>
            <a:ext cx="415825" cy="415825"/>
          </a:xfrm>
          <a:prstGeom prst="rect">
            <a:avLst/>
          </a:prstGeom>
          <a:noFill/>
          <a:ln>
            <a:noFill/>
          </a:ln>
        </p:spPr>
      </p:pic>
      <p:pic>
        <p:nvPicPr>
          <p:cNvPr id="449" name="Google Shape;449;p43"/>
          <p:cNvPicPr preferRelativeResize="0"/>
          <p:nvPr/>
        </p:nvPicPr>
        <p:blipFill rotWithShape="1">
          <a:blip r:embed="rId12">
            <a:alphaModFix/>
          </a:blip>
          <a:srcRect l="13300" t="20412" r="13578" b="33818"/>
          <a:stretch/>
        </p:blipFill>
        <p:spPr>
          <a:xfrm>
            <a:off x="7109369" y="1710967"/>
            <a:ext cx="1351592" cy="442833"/>
          </a:xfrm>
          <a:prstGeom prst="rect">
            <a:avLst/>
          </a:prstGeom>
          <a:noFill/>
          <a:ln>
            <a:noFill/>
          </a:ln>
        </p:spPr>
      </p:pic>
      <p:pic>
        <p:nvPicPr>
          <p:cNvPr id="450" name="Google Shape;450;p43"/>
          <p:cNvPicPr preferRelativeResize="0"/>
          <p:nvPr/>
        </p:nvPicPr>
        <p:blipFill>
          <a:blip r:embed="rId13">
            <a:alphaModFix/>
          </a:blip>
          <a:stretch>
            <a:fillRect/>
          </a:stretch>
        </p:blipFill>
        <p:spPr>
          <a:xfrm>
            <a:off x="6703460" y="1039759"/>
            <a:ext cx="2267260" cy="490998"/>
          </a:xfrm>
          <a:prstGeom prst="rect">
            <a:avLst/>
          </a:prstGeom>
          <a:noFill/>
          <a:ln>
            <a:noFill/>
          </a:ln>
        </p:spPr>
      </p:pic>
      <p:pic>
        <p:nvPicPr>
          <p:cNvPr id="451" name="Google Shape;451;p43"/>
          <p:cNvPicPr preferRelativeResize="0"/>
          <p:nvPr/>
        </p:nvPicPr>
        <p:blipFill>
          <a:blip r:embed="rId14">
            <a:alphaModFix/>
          </a:blip>
          <a:stretch>
            <a:fillRect/>
          </a:stretch>
        </p:blipFill>
        <p:spPr>
          <a:xfrm rot="-2700000">
            <a:off x="1278450" y="936967"/>
            <a:ext cx="1715925" cy="1695617"/>
          </a:xfrm>
          <a:prstGeom prst="rect">
            <a:avLst/>
          </a:prstGeom>
          <a:noFill/>
          <a:ln>
            <a:noFill/>
          </a:ln>
        </p:spPr>
      </p:pic>
      <p:pic>
        <p:nvPicPr>
          <p:cNvPr id="452" name="Google Shape;452;p43"/>
          <p:cNvPicPr preferRelativeResize="0"/>
          <p:nvPr/>
        </p:nvPicPr>
        <p:blipFill>
          <a:blip r:embed="rId15">
            <a:alphaModFix/>
          </a:blip>
          <a:stretch>
            <a:fillRect/>
          </a:stretch>
        </p:blipFill>
        <p:spPr>
          <a:xfrm>
            <a:off x="1902176" y="2088348"/>
            <a:ext cx="415825" cy="415825"/>
          </a:xfrm>
          <a:prstGeom prst="rect">
            <a:avLst/>
          </a:prstGeom>
          <a:noFill/>
          <a:ln>
            <a:noFill/>
          </a:ln>
        </p:spPr>
      </p:pic>
      <p:pic>
        <p:nvPicPr>
          <p:cNvPr id="453" name="Google Shape;453;p43"/>
          <p:cNvPicPr preferRelativeResize="0"/>
          <p:nvPr/>
        </p:nvPicPr>
        <p:blipFill>
          <a:blip r:embed="rId16">
            <a:alphaModFix/>
          </a:blip>
          <a:stretch>
            <a:fillRect/>
          </a:stretch>
        </p:blipFill>
        <p:spPr>
          <a:xfrm rot="5400000">
            <a:off x="3257861" y="51848"/>
            <a:ext cx="3003758" cy="3465871"/>
          </a:xfrm>
          <a:prstGeom prst="rect">
            <a:avLst/>
          </a:prstGeom>
          <a:noFill/>
          <a:ln>
            <a:noFill/>
          </a:ln>
        </p:spPr>
      </p:pic>
      <p:pic>
        <p:nvPicPr>
          <p:cNvPr id="454" name="Google Shape;454;p43"/>
          <p:cNvPicPr preferRelativeResize="0"/>
          <p:nvPr/>
        </p:nvPicPr>
        <p:blipFill rotWithShape="1">
          <a:blip r:embed="rId17">
            <a:alphaModFix/>
          </a:blip>
          <a:srcRect l="14206" t="16170" r="21335" b="31768"/>
          <a:stretch/>
        </p:blipFill>
        <p:spPr>
          <a:xfrm>
            <a:off x="7227072" y="3958431"/>
            <a:ext cx="800536" cy="383429"/>
          </a:xfrm>
          <a:prstGeom prst="rect">
            <a:avLst/>
          </a:prstGeom>
          <a:noFill/>
          <a:ln>
            <a:noFill/>
          </a:ln>
        </p:spPr>
      </p:pic>
      <p:pic>
        <p:nvPicPr>
          <p:cNvPr id="455" name="Google Shape;455;p43"/>
          <p:cNvPicPr preferRelativeResize="0"/>
          <p:nvPr/>
        </p:nvPicPr>
        <p:blipFill rotWithShape="1">
          <a:blip r:embed="rId18">
            <a:alphaModFix/>
          </a:blip>
          <a:srcRect l="18401" t="21994" r="20826" b="35029"/>
          <a:stretch/>
        </p:blipFill>
        <p:spPr>
          <a:xfrm>
            <a:off x="7800950" y="503115"/>
            <a:ext cx="842457" cy="415836"/>
          </a:xfrm>
          <a:prstGeom prst="rect">
            <a:avLst/>
          </a:prstGeom>
          <a:noFill/>
          <a:ln>
            <a:noFill/>
          </a:ln>
        </p:spPr>
      </p:pic>
      <p:pic>
        <p:nvPicPr>
          <p:cNvPr id="456" name="Google Shape;456;p43"/>
          <p:cNvPicPr preferRelativeResize="0"/>
          <p:nvPr/>
        </p:nvPicPr>
        <p:blipFill rotWithShape="1">
          <a:blip r:embed="rId19">
            <a:alphaModFix/>
          </a:blip>
          <a:srcRect l="18115" t="24189" r="36390" b="33463"/>
          <a:stretch/>
        </p:blipFill>
        <p:spPr>
          <a:xfrm>
            <a:off x="7019416" y="503115"/>
            <a:ext cx="637249" cy="415836"/>
          </a:xfrm>
          <a:prstGeom prst="rect">
            <a:avLst/>
          </a:prstGeom>
          <a:noFill/>
          <a:ln>
            <a:noFill/>
          </a:ln>
        </p:spPr>
      </p:pic>
      <p:pic>
        <p:nvPicPr>
          <p:cNvPr id="457" name="Google Shape;457;p43"/>
          <p:cNvPicPr preferRelativeResize="0"/>
          <p:nvPr/>
        </p:nvPicPr>
        <p:blipFill>
          <a:blip r:embed="rId20">
            <a:alphaModFix/>
          </a:blip>
          <a:stretch>
            <a:fillRect/>
          </a:stretch>
        </p:blipFill>
        <p:spPr>
          <a:xfrm rot="10800000">
            <a:off x="3546696" y="578630"/>
            <a:ext cx="2389375" cy="2048025"/>
          </a:xfrm>
          <a:prstGeom prst="rect">
            <a:avLst/>
          </a:prstGeom>
          <a:noFill/>
          <a:ln>
            <a:noFill/>
          </a:ln>
        </p:spPr>
      </p:pic>
      <p:pic>
        <p:nvPicPr>
          <p:cNvPr id="458" name="Google Shape;458;p43"/>
          <p:cNvPicPr preferRelativeResize="0"/>
          <p:nvPr/>
        </p:nvPicPr>
        <p:blipFill rotWithShape="1">
          <a:blip r:embed="rId21">
            <a:alphaModFix/>
          </a:blip>
          <a:srcRect l="18112" t="15970" r="17200" b="32972"/>
          <a:stretch/>
        </p:blipFill>
        <p:spPr>
          <a:xfrm>
            <a:off x="4571997" y="986394"/>
            <a:ext cx="691261" cy="383429"/>
          </a:xfrm>
          <a:prstGeom prst="rect">
            <a:avLst/>
          </a:prstGeom>
          <a:noFill/>
          <a:ln>
            <a:noFill/>
          </a:ln>
        </p:spPr>
      </p:pic>
      <p:pic>
        <p:nvPicPr>
          <p:cNvPr id="459" name="Google Shape;459;p43"/>
          <p:cNvPicPr preferRelativeResize="0"/>
          <p:nvPr/>
        </p:nvPicPr>
        <p:blipFill rotWithShape="1">
          <a:blip r:embed="rId22">
            <a:alphaModFix/>
          </a:blip>
          <a:srcRect l="25070" t="18571" r="27901" b="37481"/>
          <a:stretch/>
        </p:blipFill>
        <p:spPr>
          <a:xfrm>
            <a:off x="4216375" y="1005300"/>
            <a:ext cx="355631" cy="345625"/>
          </a:xfrm>
          <a:prstGeom prst="rect">
            <a:avLst/>
          </a:prstGeom>
          <a:noFill/>
          <a:ln>
            <a:noFill/>
          </a:ln>
        </p:spPr>
      </p:pic>
      <p:pic>
        <p:nvPicPr>
          <p:cNvPr id="460" name="Google Shape;460;p43"/>
          <p:cNvPicPr preferRelativeResize="0"/>
          <p:nvPr/>
        </p:nvPicPr>
        <p:blipFill>
          <a:blip r:embed="rId23">
            <a:alphaModFix/>
          </a:blip>
          <a:stretch>
            <a:fillRect/>
          </a:stretch>
        </p:blipFill>
        <p:spPr>
          <a:xfrm>
            <a:off x="1879875" y="1077338"/>
            <a:ext cx="415825" cy="415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4"/>
          <p:cNvSpPr txBox="1"/>
          <p:nvPr/>
        </p:nvSpPr>
        <p:spPr>
          <a:xfrm>
            <a:off x="0" y="0"/>
            <a:ext cx="4572000" cy="257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u="sng">
                <a:latin typeface="Open Sans"/>
                <a:ea typeface="Open Sans"/>
                <a:cs typeface="Open Sans"/>
                <a:sym typeface="Open Sans"/>
              </a:rPr>
              <a:t>Hint #01</a:t>
            </a:r>
            <a:endParaRPr sz="1800" b="1" u="sng">
              <a:latin typeface="Open Sans"/>
              <a:ea typeface="Open Sans"/>
              <a:cs typeface="Open Sans"/>
              <a:sym typeface="Open Sans"/>
            </a:endParaRPr>
          </a:p>
          <a:p>
            <a:pPr marL="0" lvl="0" indent="0" algn="ctr" rtl="0">
              <a:spcBef>
                <a:spcPts val="1000"/>
              </a:spcBef>
              <a:spcAft>
                <a:spcPts val="0"/>
              </a:spcAft>
              <a:buClr>
                <a:schemeClr val="lt1"/>
              </a:buClr>
              <a:buSzPts val="1100"/>
              <a:buFont typeface="Arial"/>
              <a:buNone/>
            </a:pPr>
            <a:r>
              <a:rPr lang="en" sz="1300">
                <a:latin typeface="Open Sans"/>
                <a:ea typeface="Open Sans"/>
                <a:cs typeface="Open Sans"/>
                <a:sym typeface="Open Sans"/>
              </a:rPr>
              <a:t>This sign is yellow and has a yield,</a:t>
            </a:r>
            <a:endParaRPr sz="1300">
              <a:latin typeface="Open Sans"/>
              <a:ea typeface="Open Sans"/>
              <a:cs typeface="Open Sans"/>
              <a:sym typeface="Open Sans"/>
            </a:endParaRPr>
          </a:p>
          <a:p>
            <a:pPr marL="0" lvl="0" indent="0" algn="ctr" rtl="0">
              <a:spcBef>
                <a:spcPts val="0"/>
              </a:spcBef>
              <a:spcAft>
                <a:spcPts val="0"/>
              </a:spcAft>
              <a:buClr>
                <a:schemeClr val="lt1"/>
              </a:buClr>
              <a:buSzPts val="1100"/>
              <a:buFont typeface="Arial"/>
              <a:buNone/>
            </a:pPr>
            <a:r>
              <a:rPr lang="en" sz="1300">
                <a:latin typeface="Open Sans"/>
                <a:ea typeface="Open Sans"/>
                <a:cs typeface="Open Sans"/>
                <a:sym typeface="Open Sans"/>
              </a:rPr>
              <a:t>When you see it, you might think it's a shield,</a:t>
            </a:r>
            <a:endParaRPr sz="1300">
              <a:latin typeface="Open Sans"/>
              <a:ea typeface="Open Sans"/>
              <a:cs typeface="Open Sans"/>
              <a:sym typeface="Open Sans"/>
            </a:endParaRPr>
          </a:p>
          <a:p>
            <a:pPr marL="0" lvl="0" indent="0" algn="ctr" rtl="0">
              <a:spcBef>
                <a:spcPts val="0"/>
              </a:spcBef>
              <a:spcAft>
                <a:spcPts val="0"/>
              </a:spcAft>
              <a:buClr>
                <a:schemeClr val="lt1"/>
              </a:buClr>
              <a:buSzPts val="1100"/>
              <a:buFont typeface="Arial"/>
              <a:buNone/>
            </a:pPr>
            <a:r>
              <a:rPr lang="en" sz="1300">
                <a:latin typeface="Open Sans"/>
                <a:ea typeface="Open Sans"/>
                <a:cs typeface="Open Sans"/>
                <a:sym typeface="Open Sans"/>
              </a:rPr>
              <a:t>Slow down and be patient, give way to the other,</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And you won't need a crash mat, or your mother.</a:t>
            </a:r>
            <a:endParaRPr sz="1300">
              <a:latin typeface="Open Sans"/>
              <a:ea typeface="Open Sans"/>
              <a:cs typeface="Open Sans"/>
              <a:sym typeface="Open Sans"/>
            </a:endParaRPr>
          </a:p>
        </p:txBody>
      </p:sp>
      <p:sp>
        <p:nvSpPr>
          <p:cNvPr id="466" name="Google Shape;466;p44"/>
          <p:cNvSpPr txBox="1"/>
          <p:nvPr/>
        </p:nvSpPr>
        <p:spPr>
          <a:xfrm>
            <a:off x="4572000" y="0"/>
            <a:ext cx="4572000" cy="257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u="sng">
                <a:solidFill>
                  <a:schemeClr val="lt1"/>
                </a:solidFill>
                <a:latin typeface="Open Sans"/>
                <a:ea typeface="Open Sans"/>
                <a:cs typeface="Open Sans"/>
                <a:sym typeface="Open Sans"/>
              </a:rPr>
              <a:t>Hint #02</a:t>
            </a:r>
            <a:endParaRPr sz="1300">
              <a:latin typeface="Open Sans"/>
              <a:ea typeface="Open Sans"/>
              <a:cs typeface="Open Sans"/>
              <a:sym typeface="Open Sans"/>
            </a:endParaRPr>
          </a:p>
          <a:p>
            <a:pPr marL="0" lvl="0" indent="0" algn="ctr" rtl="0">
              <a:spcBef>
                <a:spcPts val="1000"/>
              </a:spcBef>
              <a:spcAft>
                <a:spcPts val="0"/>
              </a:spcAft>
              <a:buNone/>
            </a:pPr>
            <a:r>
              <a:rPr lang="en" sz="1300">
                <a:latin typeface="Open Sans"/>
                <a:ea typeface="Open Sans"/>
                <a:cs typeface="Open Sans"/>
                <a:sym typeface="Open Sans"/>
              </a:rPr>
              <a:t>A sign with an arrow, pointing one way,</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It's not pointing to your house, so don't go astray,</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Follow the flow, don't make a U-turn,</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Or else you'll end up in a cul-de-sac, and have to learn.</a:t>
            </a:r>
            <a:endParaRPr sz="1300">
              <a:latin typeface="Open Sans"/>
              <a:ea typeface="Open Sans"/>
              <a:cs typeface="Open Sans"/>
              <a:sym typeface="Open Sans"/>
            </a:endParaRPr>
          </a:p>
        </p:txBody>
      </p:sp>
      <p:sp>
        <p:nvSpPr>
          <p:cNvPr id="467" name="Google Shape;467;p44"/>
          <p:cNvSpPr txBox="1"/>
          <p:nvPr/>
        </p:nvSpPr>
        <p:spPr>
          <a:xfrm>
            <a:off x="0" y="2571750"/>
            <a:ext cx="4572000" cy="257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u="sng">
                <a:solidFill>
                  <a:schemeClr val="lt1"/>
                </a:solidFill>
                <a:latin typeface="Open Sans"/>
                <a:ea typeface="Open Sans"/>
                <a:cs typeface="Open Sans"/>
                <a:sym typeface="Open Sans"/>
              </a:rPr>
              <a:t>Hint #03</a:t>
            </a:r>
            <a:endParaRPr sz="1300">
              <a:latin typeface="Open Sans"/>
              <a:ea typeface="Open Sans"/>
              <a:cs typeface="Open Sans"/>
              <a:sym typeface="Open Sans"/>
            </a:endParaRPr>
          </a:p>
          <a:p>
            <a:pPr marL="0" lvl="0" indent="0" algn="ctr" rtl="0">
              <a:spcBef>
                <a:spcPts val="1000"/>
              </a:spcBef>
              <a:spcAft>
                <a:spcPts val="0"/>
              </a:spcAft>
              <a:buNone/>
            </a:pPr>
            <a:r>
              <a:rPr lang="en" sz="1300">
                <a:latin typeface="Open Sans"/>
                <a:ea typeface="Open Sans"/>
                <a:cs typeface="Open Sans"/>
                <a:sym typeface="Open Sans"/>
              </a:rPr>
              <a:t>A stop light advisory sign, it's quite a sight,</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It tells you when to stop and when it's alright,</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Red means stop, green means go,</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Follow the rules, or face a hefty fine, oh no!</a:t>
            </a:r>
            <a:endParaRPr sz="1300">
              <a:latin typeface="Open Sans"/>
              <a:ea typeface="Open Sans"/>
              <a:cs typeface="Open Sans"/>
              <a:sym typeface="Open Sans"/>
            </a:endParaRPr>
          </a:p>
        </p:txBody>
      </p:sp>
      <p:sp>
        <p:nvSpPr>
          <p:cNvPr id="468" name="Google Shape;468;p44"/>
          <p:cNvSpPr txBox="1"/>
          <p:nvPr/>
        </p:nvSpPr>
        <p:spPr>
          <a:xfrm>
            <a:off x="4572000" y="2571750"/>
            <a:ext cx="4572000" cy="2571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u="sng">
                <a:solidFill>
                  <a:schemeClr val="lt1"/>
                </a:solidFill>
                <a:latin typeface="Open Sans"/>
                <a:ea typeface="Open Sans"/>
                <a:cs typeface="Open Sans"/>
                <a:sym typeface="Open Sans"/>
              </a:rPr>
              <a:t>Hint #04</a:t>
            </a:r>
            <a:endParaRPr sz="1300">
              <a:latin typeface="Open Sans"/>
              <a:ea typeface="Open Sans"/>
              <a:cs typeface="Open Sans"/>
              <a:sym typeface="Open Sans"/>
            </a:endParaRPr>
          </a:p>
          <a:p>
            <a:pPr marL="0" lvl="0" indent="0" algn="ctr" rtl="0">
              <a:spcBef>
                <a:spcPts val="1000"/>
              </a:spcBef>
              <a:spcAft>
                <a:spcPts val="0"/>
              </a:spcAft>
              <a:buNone/>
            </a:pPr>
            <a:r>
              <a:rPr lang="en" sz="1300">
                <a:latin typeface="Open Sans"/>
                <a:ea typeface="Open Sans"/>
                <a:cs typeface="Open Sans"/>
                <a:sym typeface="Open Sans"/>
              </a:rPr>
              <a:t>A sign with a circle and a line through it,</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It might make you wonder if it's a fit,</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You cannot enter, no matter what you try,</a:t>
            </a:r>
            <a:endParaRPr sz="1300">
              <a:latin typeface="Open Sans"/>
              <a:ea typeface="Open Sans"/>
              <a:cs typeface="Open Sans"/>
              <a:sym typeface="Open Sans"/>
            </a:endParaRPr>
          </a:p>
          <a:p>
            <a:pPr marL="0" lvl="0" indent="0" algn="ctr" rtl="0">
              <a:spcBef>
                <a:spcPts val="0"/>
              </a:spcBef>
              <a:spcAft>
                <a:spcPts val="0"/>
              </a:spcAft>
              <a:buNone/>
            </a:pPr>
            <a:r>
              <a:rPr lang="en" sz="1300">
                <a:latin typeface="Open Sans"/>
                <a:ea typeface="Open Sans"/>
                <a:cs typeface="Open Sans"/>
                <a:sym typeface="Open Sans"/>
              </a:rPr>
              <a:t>It's like a nightclub, but you don't need to be spry.</a:t>
            </a:r>
            <a:endParaRPr sz="1300">
              <a:latin typeface="Open Sans"/>
              <a:ea typeface="Open Sans"/>
              <a:cs typeface="Open Sans"/>
              <a:sym typeface="Open Sans"/>
            </a:endParaRPr>
          </a:p>
        </p:txBody>
      </p:sp>
      <p:sp>
        <p:nvSpPr>
          <p:cNvPr id="469" name="Google Shape;469;p44"/>
          <p:cNvSpPr/>
          <p:nvPr/>
        </p:nvSpPr>
        <p:spPr>
          <a:xfrm>
            <a:off x="0" y="0"/>
            <a:ext cx="4572000" cy="2571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2"/>
                </a:solidFill>
              </a:rPr>
              <a:t>Reveal Hint #01 by </a:t>
            </a:r>
            <a:endParaRPr sz="3000" b="1">
              <a:solidFill>
                <a:schemeClr val="dk2"/>
              </a:solidFill>
            </a:endParaRPr>
          </a:p>
          <a:p>
            <a:pPr marL="0" lvl="0" indent="0" algn="ctr" rtl="0">
              <a:spcBef>
                <a:spcPts val="0"/>
              </a:spcBef>
              <a:spcAft>
                <a:spcPts val="0"/>
              </a:spcAft>
              <a:buNone/>
            </a:pPr>
            <a:r>
              <a:rPr lang="en" sz="3000" b="1">
                <a:solidFill>
                  <a:schemeClr val="dk2"/>
                </a:solidFill>
              </a:rPr>
              <a:t>deleting this object</a:t>
            </a:r>
            <a:endParaRPr sz="3000" b="1">
              <a:solidFill>
                <a:schemeClr val="dk2"/>
              </a:solidFill>
            </a:endParaRPr>
          </a:p>
        </p:txBody>
      </p:sp>
      <p:sp>
        <p:nvSpPr>
          <p:cNvPr id="470" name="Google Shape;470;p44"/>
          <p:cNvSpPr/>
          <p:nvPr/>
        </p:nvSpPr>
        <p:spPr>
          <a:xfrm>
            <a:off x="4572000" y="0"/>
            <a:ext cx="4572000" cy="2571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2"/>
                </a:solidFill>
              </a:rPr>
              <a:t>Reveal Hint #02 by </a:t>
            </a:r>
            <a:endParaRPr sz="3000" b="1">
              <a:solidFill>
                <a:schemeClr val="dk2"/>
              </a:solidFill>
            </a:endParaRPr>
          </a:p>
          <a:p>
            <a:pPr marL="0" lvl="0" indent="0" algn="ctr" rtl="0">
              <a:spcBef>
                <a:spcPts val="0"/>
              </a:spcBef>
              <a:spcAft>
                <a:spcPts val="0"/>
              </a:spcAft>
              <a:buNone/>
            </a:pPr>
            <a:r>
              <a:rPr lang="en" sz="3000" b="1">
                <a:solidFill>
                  <a:schemeClr val="dk2"/>
                </a:solidFill>
              </a:rPr>
              <a:t>deleting this object</a:t>
            </a:r>
            <a:endParaRPr sz="3000" b="1">
              <a:solidFill>
                <a:schemeClr val="dk2"/>
              </a:solidFill>
            </a:endParaRPr>
          </a:p>
        </p:txBody>
      </p:sp>
      <p:sp>
        <p:nvSpPr>
          <p:cNvPr id="471" name="Google Shape;471;p44"/>
          <p:cNvSpPr/>
          <p:nvPr/>
        </p:nvSpPr>
        <p:spPr>
          <a:xfrm>
            <a:off x="0" y="2571750"/>
            <a:ext cx="4572000" cy="2571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2"/>
                </a:solidFill>
              </a:rPr>
              <a:t>Reveal Hint #03 by </a:t>
            </a:r>
            <a:endParaRPr sz="3000" b="1">
              <a:solidFill>
                <a:schemeClr val="dk2"/>
              </a:solidFill>
            </a:endParaRPr>
          </a:p>
          <a:p>
            <a:pPr marL="0" lvl="0" indent="0" algn="ctr" rtl="0">
              <a:spcBef>
                <a:spcPts val="0"/>
              </a:spcBef>
              <a:spcAft>
                <a:spcPts val="0"/>
              </a:spcAft>
              <a:buNone/>
            </a:pPr>
            <a:r>
              <a:rPr lang="en" sz="3000" b="1">
                <a:solidFill>
                  <a:schemeClr val="dk2"/>
                </a:solidFill>
              </a:rPr>
              <a:t>deleting this object</a:t>
            </a:r>
            <a:endParaRPr sz="3000" b="1">
              <a:solidFill>
                <a:schemeClr val="dk2"/>
              </a:solidFill>
            </a:endParaRPr>
          </a:p>
        </p:txBody>
      </p:sp>
      <p:sp>
        <p:nvSpPr>
          <p:cNvPr id="472" name="Google Shape;472;p44"/>
          <p:cNvSpPr/>
          <p:nvPr/>
        </p:nvSpPr>
        <p:spPr>
          <a:xfrm>
            <a:off x="4572000" y="2571750"/>
            <a:ext cx="4572000" cy="25719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a:solidFill>
                  <a:schemeClr val="dk2"/>
                </a:solidFill>
              </a:rPr>
              <a:t>Reveal Hint #04 by </a:t>
            </a:r>
            <a:endParaRPr sz="3000" b="1">
              <a:solidFill>
                <a:schemeClr val="dk2"/>
              </a:solidFill>
            </a:endParaRPr>
          </a:p>
          <a:p>
            <a:pPr marL="0" lvl="0" indent="0" algn="ctr" rtl="0">
              <a:spcBef>
                <a:spcPts val="0"/>
              </a:spcBef>
              <a:spcAft>
                <a:spcPts val="0"/>
              </a:spcAft>
              <a:buNone/>
            </a:pPr>
            <a:r>
              <a:rPr lang="en" sz="3000" b="1">
                <a:solidFill>
                  <a:schemeClr val="dk2"/>
                </a:solidFill>
              </a:rPr>
              <a:t>deleting this object</a:t>
            </a:r>
            <a:endParaRPr sz="3000" b="1">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45"/>
          <p:cNvSpPr txBox="1">
            <a:spLocks noGrp="1"/>
          </p:cNvSpPr>
          <p:nvPr>
            <p:ph type="title"/>
          </p:nvPr>
        </p:nvSpPr>
        <p:spPr>
          <a:xfrm>
            <a:off x="476575" y="280025"/>
            <a:ext cx="6380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a:t>How does the process of organizing and interpreting data in a database relate to the activity of piecing together shapes and letters to form road signs?</a:t>
            </a:r>
            <a:endParaRPr sz="2000" dirty="0"/>
          </a:p>
        </p:txBody>
      </p:sp>
      <p:sp>
        <p:nvSpPr>
          <p:cNvPr id="478" name="Google Shape;478;p45"/>
          <p:cNvSpPr txBox="1">
            <a:spLocks noGrp="1"/>
          </p:cNvSpPr>
          <p:nvPr>
            <p:ph type="body" idx="1"/>
          </p:nvPr>
        </p:nvSpPr>
        <p:spPr>
          <a:xfrm>
            <a:off x="473200" y="1488175"/>
            <a:ext cx="8284500" cy="3552600"/>
          </a:xfrm>
          <a:prstGeom prst="rect">
            <a:avLst/>
          </a:prstGeom>
        </p:spPr>
        <p:txBody>
          <a:bodyPr spcFirstLastPara="1" wrap="square" lIns="91425" tIns="91425" rIns="91425" bIns="91425" anchor="t" anchorCtr="0">
            <a:noAutofit/>
          </a:bodyPr>
          <a:lstStyle/>
          <a:p>
            <a:pPr marL="0" lvl="0" indent="457200" algn="l" rtl="0">
              <a:spcBef>
                <a:spcPts val="0"/>
              </a:spcBef>
              <a:spcAft>
                <a:spcPts val="0"/>
              </a:spcAft>
              <a:buNone/>
            </a:pPr>
            <a:r>
              <a:rPr lang="en-US" sz="1200" b="0" dirty="0"/>
              <a:t>The process of organizing and interpreting data in a database mirrors the assembly of shapes and letters to form road signs, as both require a structured approach to convey meaningful information. Data out of context, like scattered shapes or letters, lacks organization and meaning. In both cases, the process involves transforming raw data into information, and ultimately, knowledge. By placing data within its proper context, we gain a deeper understanding of its implications, making sense of the collected information and enabling informed decision-making.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6"/>
          <p:cNvSpPr txBox="1">
            <a:spLocks noGrp="1"/>
          </p:cNvSpPr>
          <p:nvPr>
            <p:ph type="title"/>
          </p:nvPr>
        </p:nvSpPr>
        <p:spPr>
          <a:xfrm>
            <a:off x="476575" y="280025"/>
            <a:ext cx="63801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t>In what ways does having accurate and up-to-date data in a database contribute to the effectiveness and efficiency of decision-making, as demonstrated by the importance of correct information on road signs?</a:t>
            </a:r>
            <a:endParaRPr sz="2000"/>
          </a:p>
        </p:txBody>
      </p:sp>
      <p:sp>
        <p:nvSpPr>
          <p:cNvPr id="484" name="Google Shape;484;p46"/>
          <p:cNvSpPr txBox="1">
            <a:spLocks noGrp="1"/>
          </p:cNvSpPr>
          <p:nvPr>
            <p:ph type="body" idx="1"/>
          </p:nvPr>
        </p:nvSpPr>
        <p:spPr>
          <a:xfrm>
            <a:off x="473200" y="1488175"/>
            <a:ext cx="8284500" cy="35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0" dirty="0"/>
              <a:t>Having accurate and up-to-date data in a database is crucial for making effective and efficient decisions, much like how correct information on road signs is essential for safe driving. Using outdated data can lead to decisions based on past events that may no longer be relevant to the current situation, similar to how outdated road signs can mislead drivers. Conversely, up-to-date and accurate data ensures that decisions are relevant and effective for the current context, just as accurate road signs guide drivers towards their intended destinations.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7"/>
          <p:cNvSpPr txBox="1">
            <a:spLocks noGrp="1"/>
          </p:cNvSpPr>
          <p:nvPr>
            <p:ph type="title"/>
          </p:nvPr>
        </p:nvSpPr>
        <p:spPr>
          <a:xfrm>
            <a:off x="370450" y="280025"/>
            <a:ext cx="65400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900"/>
              <a:t>How can the concepts of data, information, and knowledge be applied in the context of designing and managing a database, and what role do these concepts play in ensuring the database provides useful and relevant information for its users?</a:t>
            </a:r>
            <a:endParaRPr sz="1900"/>
          </a:p>
        </p:txBody>
      </p:sp>
      <p:sp>
        <p:nvSpPr>
          <p:cNvPr id="490" name="Google Shape;490;p47"/>
          <p:cNvSpPr txBox="1">
            <a:spLocks noGrp="1"/>
          </p:cNvSpPr>
          <p:nvPr>
            <p:ph type="body" idx="1"/>
          </p:nvPr>
        </p:nvSpPr>
        <p:spPr>
          <a:xfrm>
            <a:off x="370450" y="1499900"/>
            <a:ext cx="8284500" cy="355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b="0" dirty="0"/>
              <a:t>Data, information, and knowledge are crucial in designing and managing a database. In its raw form, data is unorganized and lacks meaningful value. When data is put into context and shaped into information, it provides a better understanding of what the data means but still lacks actionable insight. Knowledge is achieved when the information is understood and can be acted upon to make informed decisions. In database design, these concepts ensure that data is accurately collected and stored, information is effectively organized and contextualized, and knowledge is derived to provide users with useful and relevant information. Without this structured approach, the database may mislead users with irrelevant or incorrect information, hindering their ability to make sound decisions.</a:t>
            </a:r>
          </a:p>
        </p:txBody>
      </p:sp>
    </p:spTree>
  </p:cSld>
  <p:clrMapOvr>
    <a:masterClrMapping/>
  </p:clrMapOvr>
</p:sld>
</file>

<file path=ppt/theme/theme1.xml><?xml version="1.0" encoding="utf-8"?>
<a:theme xmlns:a="http://schemas.openxmlformats.org/drawingml/2006/main" name="BYU-Idaho Presentation Template">
  <a:themeElements>
    <a:clrScheme name="Simple Light">
      <a:dk1>
        <a:srgbClr val="006EB6"/>
      </a:dk1>
      <a:lt1>
        <a:srgbClr val="000000"/>
      </a:lt1>
      <a:dk2>
        <a:srgbClr val="FFFFFF"/>
      </a:dk2>
      <a:lt2>
        <a:srgbClr val="80C140"/>
      </a:lt2>
      <a:accent1>
        <a:srgbClr val="F7941D"/>
      </a:accent1>
      <a:accent2>
        <a:srgbClr val="525252"/>
      </a:accent2>
      <a:accent3>
        <a:srgbClr val="ADADAD"/>
      </a:accent3>
      <a:accent4>
        <a:srgbClr val="FFCD03"/>
      </a:accent4>
      <a:accent5>
        <a:srgbClr val="0097A7"/>
      </a:accent5>
      <a:accent6>
        <a:srgbClr val="FFE066"/>
      </a:accent6>
      <a:hlink>
        <a:srgbClr val="A5216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723</Words>
  <Application>Microsoft Office PowerPoint</Application>
  <PresentationFormat>On-screen Show (16:9)</PresentationFormat>
  <Paragraphs>40</Paragraphs>
  <Slides>6</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Merriweather</vt:lpstr>
      <vt:lpstr>Merriweather Light</vt:lpstr>
      <vt:lpstr>Arial</vt:lpstr>
      <vt:lpstr>Calibri</vt:lpstr>
      <vt:lpstr>Roboto</vt:lpstr>
      <vt:lpstr>Open Sans SemiBold</vt:lpstr>
      <vt:lpstr>Merriweather Black</vt:lpstr>
      <vt:lpstr>Open Sans Light</vt:lpstr>
      <vt:lpstr>Open Sans</vt:lpstr>
      <vt:lpstr>BYU-Idaho Presentation Template</vt:lpstr>
      <vt:lpstr>Instructions</vt:lpstr>
      <vt:lpstr>PowerPoint Presentation</vt:lpstr>
      <vt:lpstr>PowerPoint Presentation</vt:lpstr>
      <vt:lpstr>How does the process of organizing and interpreting data in a database relate to the activity of piecing together shapes and letters to form road signs?</vt:lpstr>
      <vt:lpstr>In what ways does having accurate and up-to-date data in a database contribute to the effectiveness and efficiency of decision-making, as demonstrated by the importance of correct information on road signs?</vt:lpstr>
      <vt:lpstr>How can the concepts of data, information, and knowledge be applied in the context of designing and managing a database, and what role do these concepts play in ensuring the database provides useful and relevant information for its users?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Shepherd Ncube</dc:creator>
  <cp:lastModifiedBy>Shepherd Ncube</cp:lastModifiedBy>
  <cp:revision>2</cp:revision>
  <dcterms:modified xsi:type="dcterms:W3CDTF">2024-06-03T19:33:04Z</dcterms:modified>
</cp:coreProperties>
</file>